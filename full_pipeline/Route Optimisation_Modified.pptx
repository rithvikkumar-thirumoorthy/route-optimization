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2A2F4F-8926-4D14-A65E-DBBF08BCA4B3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4626DF9A-3057-439C-AE57-ADA69AC23F61}">
      <dgm:prSet phldrT="[Text]"/>
      <dgm:spPr/>
      <dgm:t>
        <a:bodyPr/>
        <a:lstStyle/>
        <a:p>
          <a:pPr>
            <a:buNone/>
          </a:pPr>
          <a:r>
            <a:rPr lang="en-US" b="1" i="1" dirty="0"/>
            <a:t>Perform optimization</a:t>
          </a:r>
          <a:endParaRPr lang="en-SG" dirty="0"/>
        </a:p>
      </dgm:t>
    </dgm:pt>
    <dgm:pt modelId="{5B57E493-B55D-4C52-8081-B5EC2A2B54F9}" type="parTrans" cxnId="{3CB580D7-8185-46B5-9457-C3DF59A4AB63}">
      <dgm:prSet/>
      <dgm:spPr/>
      <dgm:t>
        <a:bodyPr/>
        <a:lstStyle/>
        <a:p>
          <a:endParaRPr lang="en-SG"/>
        </a:p>
      </dgm:t>
    </dgm:pt>
    <dgm:pt modelId="{CF886A9B-D7F3-4455-B6AE-78403D1240EE}" type="sibTrans" cxnId="{3CB580D7-8185-46B5-9457-C3DF59A4AB63}">
      <dgm:prSet/>
      <dgm:spPr/>
      <dgm:t>
        <a:bodyPr/>
        <a:lstStyle/>
        <a:p>
          <a:endParaRPr lang="en-SG"/>
        </a:p>
      </dgm:t>
    </dgm:pt>
    <dgm:pt modelId="{3E7B7D2B-E97E-4F36-B869-CD6E074E0C1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Get customers for agent on this date</a:t>
          </a:r>
          <a:endParaRPr lang="en-SG" dirty="0"/>
        </a:p>
      </dgm:t>
    </dgm:pt>
    <dgm:pt modelId="{18F216F2-4888-4721-9F4F-CB7FCB8C5357}" type="parTrans" cxnId="{FB2A6D49-88C8-4355-9374-561CF2534E22}">
      <dgm:prSet/>
      <dgm:spPr/>
      <dgm:t>
        <a:bodyPr/>
        <a:lstStyle/>
        <a:p>
          <a:endParaRPr lang="en-SG"/>
        </a:p>
      </dgm:t>
    </dgm:pt>
    <dgm:pt modelId="{CA85BC34-0709-4252-84D5-612CE6545EA2}" type="sibTrans" cxnId="{FB2A6D49-88C8-4355-9374-561CF2534E22}">
      <dgm:prSet/>
      <dgm:spPr/>
      <dgm:t>
        <a:bodyPr/>
        <a:lstStyle/>
        <a:p>
          <a:endParaRPr lang="en-SG"/>
        </a:p>
      </dgm:t>
    </dgm:pt>
    <dgm:pt modelId="{D99DD72E-A416-4BDA-99F0-A253EB9582AD}">
      <dgm:prSet phldrT="[Text]"/>
      <dgm:spPr/>
      <dgm:t>
        <a:bodyPr/>
        <a:lstStyle/>
        <a:p>
          <a:pPr>
            <a:buNone/>
          </a:pPr>
          <a:r>
            <a:rPr lang="en-US" dirty="0"/>
            <a:t>Shortest route optimization</a:t>
          </a:r>
          <a:endParaRPr lang="en-SG" dirty="0"/>
        </a:p>
      </dgm:t>
    </dgm:pt>
    <dgm:pt modelId="{5B826D20-D29A-4917-9CCB-37D6DAD1B796}" type="parTrans" cxnId="{9C38F865-5912-4DC7-9B9D-5C6DB117127D}">
      <dgm:prSet/>
      <dgm:spPr/>
      <dgm:t>
        <a:bodyPr/>
        <a:lstStyle/>
        <a:p>
          <a:endParaRPr lang="en-SG"/>
        </a:p>
      </dgm:t>
    </dgm:pt>
    <dgm:pt modelId="{BB01EB21-4284-4323-A076-2E468F0C06BB}" type="sibTrans" cxnId="{9C38F865-5912-4DC7-9B9D-5C6DB117127D}">
      <dgm:prSet/>
      <dgm:spPr/>
      <dgm:t>
        <a:bodyPr/>
        <a:lstStyle/>
        <a:p>
          <a:endParaRPr lang="en-SG"/>
        </a:p>
      </dgm:t>
    </dgm:pt>
    <dgm:pt modelId="{BF3F8632-B8B5-4A8F-B40D-F157E9AB4A2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Uses "Nearest Neighbor" algorithm starting from Distribution Center</a:t>
          </a:r>
          <a:endParaRPr lang="en-SG" dirty="0"/>
        </a:p>
      </dgm:t>
    </dgm:pt>
    <dgm:pt modelId="{9AA3CB9C-76C6-4284-A081-EF43E6AF3443}" type="parTrans" cxnId="{2E9C9326-0706-499B-8966-A4DD6F666AB7}">
      <dgm:prSet/>
      <dgm:spPr/>
      <dgm:t>
        <a:bodyPr/>
        <a:lstStyle/>
        <a:p>
          <a:endParaRPr lang="en-SG"/>
        </a:p>
      </dgm:t>
    </dgm:pt>
    <dgm:pt modelId="{FEC6DD15-152F-49C3-8304-28EE3E2FFB79}" type="sibTrans" cxnId="{2E9C9326-0706-499B-8966-A4DD6F666AB7}">
      <dgm:prSet/>
      <dgm:spPr/>
      <dgm:t>
        <a:bodyPr/>
        <a:lstStyle/>
        <a:p>
          <a:endParaRPr lang="en-SG"/>
        </a:p>
      </dgm:t>
    </dgm:pt>
    <dgm:pt modelId="{4FD4FC2F-2AF0-4FC4-A800-C24D071CE1CC}">
      <dgm:prSet phldrT="[Text]"/>
      <dgm:spPr/>
      <dgm:t>
        <a:bodyPr/>
        <a:lstStyle/>
        <a:p>
          <a:pPr>
            <a:buNone/>
          </a:pPr>
          <a:r>
            <a:rPr lang="en-US" dirty="0"/>
            <a:t>Update Database</a:t>
          </a:r>
          <a:endParaRPr lang="en-SG" dirty="0"/>
        </a:p>
      </dgm:t>
    </dgm:pt>
    <dgm:pt modelId="{C80CBF4F-95C3-4DC5-A0DC-BE295335278C}" type="parTrans" cxnId="{098017AE-A34D-4AD2-A8D7-4DCA49FB7620}">
      <dgm:prSet/>
      <dgm:spPr/>
      <dgm:t>
        <a:bodyPr/>
        <a:lstStyle/>
        <a:p>
          <a:endParaRPr lang="en-SG"/>
        </a:p>
      </dgm:t>
    </dgm:pt>
    <dgm:pt modelId="{6F14B050-34C1-483A-A423-431249B27D84}" type="sibTrans" cxnId="{098017AE-A34D-4AD2-A8D7-4DCA49FB7620}">
      <dgm:prSet/>
      <dgm:spPr/>
      <dgm:t>
        <a:bodyPr/>
        <a:lstStyle/>
        <a:p>
          <a:endParaRPr lang="en-SG"/>
        </a:p>
      </dgm:t>
    </dgm:pt>
    <dgm:pt modelId="{132AA97F-C7C1-48A4-AF75-2BF2BE6716CC}">
      <dgm:prSet phldrT="[Text]" phldr="0" custT="1"/>
      <dgm:spPr/>
      <dgm:t>
        <a:bodyPr/>
        <a:lstStyle/>
        <a:p>
          <a:r>
            <a:rPr lang="en-SG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Update Stop no to existing table</a:t>
          </a:r>
        </a:p>
      </dgm:t>
    </dgm:pt>
    <dgm:pt modelId="{329C5D3D-EDD1-439B-B1B8-4880A6A55236}" type="parTrans" cxnId="{31AAE0A0-4009-43EF-ABCD-9C7DBBA2E071}">
      <dgm:prSet/>
      <dgm:spPr/>
      <dgm:t>
        <a:bodyPr/>
        <a:lstStyle/>
        <a:p>
          <a:endParaRPr lang="en-SG"/>
        </a:p>
      </dgm:t>
    </dgm:pt>
    <dgm:pt modelId="{A47A8882-C47A-4F12-8302-EC456F4BDA62}" type="sibTrans" cxnId="{31AAE0A0-4009-43EF-ABCD-9C7DBBA2E071}">
      <dgm:prSet/>
      <dgm:spPr/>
      <dgm:t>
        <a:bodyPr/>
        <a:lstStyle/>
        <a:p>
          <a:endParaRPr lang="en-SG"/>
        </a:p>
      </dgm:t>
    </dgm:pt>
    <dgm:pt modelId="{E82732D3-C300-46DD-A08A-F2EDB472511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Get (Lat/Long) for Customer</a:t>
          </a:r>
          <a:endParaRPr lang="en-SG" dirty="0"/>
        </a:p>
      </dgm:t>
    </dgm:pt>
    <dgm:pt modelId="{BB9B1028-CB6F-435F-951F-0952ABCEC92B}" type="parTrans" cxnId="{5AF408BE-E95C-4E5A-90B6-2F92020494A5}">
      <dgm:prSet/>
      <dgm:spPr/>
      <dgm:t>
        <a:bodyPr/>
        <a:lstStyle/>
        <a:p>
          <a:endParaRPr lang="en-SG"/>
        </a:p>
      </dgm:t>
    </dgm:pt>
    <dgm:pt modelId="{80D8590B-D289-4D77-8820-24B35512C6E7}" type="sibTrans" cxnId="{5AF408BE-E95C-4E5A-90B6-2F92020494A5}">
      <dgm:prSet/>
      <dgm:spPr/>
      <dgm:t>
        <a:bodyPr/>
        <a:lstStyle/>
        <a:p>
          <a:endParaRPr lang="en-SG"/>
        </a:p>
      </dgm:t>
    </dgm:pt>
    <dgm:pt modelId="{E67054A7-463A-4159-9827-E302DC78488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Separate: customers with coordinates vs. without</a:t>
          </a:r>
          <a:endParaRPr lang="en-SG" dirty="0"/>
        </a:p>
      </dgm:t>
    </dgm:pt>
    <dgm:pt modelId="{417986E3-DB13-4D23-A9E5-F417712336AA}" type="parTrans" cxnId="{F7D32D0A-1AC3-466E-8507-FD14A14C2044}">
      <dgm:prSet/>
      <dgm:spPr/>
      <dgm:t>
        <a:bodyPr/>
        <a:lstStyle/>
        <a:p>
          <a:endParaRPr lang="en-SG"/>
        </a:p>
      </dgm:t>
    </dgm:pt>
    <dgm:pt modelId="{412716E7-1D23-4196-A5B6-958BD706825E}" type="sibTrans" cxnId="{F7D32D0A-1AC3-466E-8507-FD14A14C2044}">
      <dgm:prSet/>
      <dgm:spPr/>
      <dgm:t>
        <a:bodyPr/>
        <a:lstStyle/>
        <a:p>
          <a:endParaRPr lang="en-SG"/>
        </a:p>
      </dgm:t>
    </dgm:pt>
    <dgm:pt modelId="{E1240CE8-8264-4099-895A-8098DEFE5336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Find prospects in the same barangay (geographic area) total 60 is reached</a:t>
          </a:r>
          <a:endParaRPr lang="en-SG" dirty="0"/>
        </a:p>
      </dgm:t>
    </dgm:pt>
    <dgm:pt modelId="{2326BA8A-40FF-4FD8-ABDB-16EA71D0C8FF}" type="parTrans" cxnId="{F750AFB0-DB6A-4AF1-BB00-44FEA4F106D9}">
      <dgm:prSet/>
      <dgm:spPr/>
      <dgm:t>
        <a:bodyPr/>
        <a:lstStyle/>
        <a:p>
          <a:endParaRPr lang="en-SG"/>
        </a:p>
      </dgm:t>
    </dgm:pt>
    <dgm:pt modelId="{A82F7610-5842-45BA-899F-B5A11E833EFB}" type="sibTrans" cxnId="{F750AFB0-DB6A-4AF1-BB00-44FEA4F106D9}">
      <dgm:prSet/>
      <dgm:spPr/>
      <dgm:t>
        <a:bodyPr/>
        <a:lstStyle/>
        <a:p>
          <a:endParaRPr lang="en-SG"/>
        </a:p>
      </dgm:t>
    </dgm:pt>
    <dgm:pt modelId="{E6D01CF8-CD55-4968-9C3D-B5BB654747B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Always go to the nearest unvisited customer next</a:t>
          </a:r>
          <a:endParaRPr lang="en-SG" dirty="0"/>
        </a:p>
      </dgm:t>
    </dgm:pt>
    <dgm:pt modelId="{12593451-B702-4C40-A7EF-082E469AFB80}" type="parTrans" cxnId="{AF4A1DDF-18AD-4AAB-A6E4-0695347B603C}">
      <dgm:prSet/>
      <dgm:spPr/>
      <dgm:t>
        <a:bodyPr/>
        <a:lstStyle/>
        <a:p>
          <a:endParaRPr lang="en-SG"/>
        </a:p>
      </dgm:t>
    </dgm:pt>
    <dgm:pt modelId="{B55C94D8-3F23-45B4-9D68-33EDAC7A1B11}" type="sibTrans" cxnId="{AF4A1DDF-18AD-4AAB-A6E4-0695347B603C}">
      <dgm:prSet/>
      <dgm:spPr/>
      <dgm:t>
        <a:bodyPr/>
        <a:lstStyle/>
        <a:p>
          <a:endParaRPr lang="en-SG"/>
        </a:p>
      </dgm:t>
    </dgm:pt>
    <dgm:pt modelId="{7CC1327E-B183-4059-852D-4B9BA194888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Assign Stop Nos: 1,2,… N</a:t>
          </a:r>
          <a:endParaRPr lang="en-SG" dirty="0"/>
        </a:p>
      </dgm:t>
    </dgm:pt>
    <dgm:pt modelId="{5B0390E4-CB0B-4BCC-81BF-B82A902EF618}" type="parTrans" cxnId="{974C48FF-4640-4D11-94E2-15678E99B3F3}">
      <dgm:prSet/>
      <dgm:spPr/>
      <dgm:t>
        <a:bodyPr/>
        <a:lstStyle/>
        <a:p>
          <a:endParaRPr lang="en-SG"/>
        </a:p>
      </dgm:t>
    </dgm:pt>
    <dgm:pt modelId="{5513119E-F255-478C-AE5C-0FF440A8C2B2}" type="sibTrans" cxnId="{974C48FF-4640-4D11-94E2-15678E99B3F3}">
      <dgm:prSet/>
      <dgm:spPr/>
      <dgm:t>
        <a:bodyPr/>
        <a:lstStyle/>
        <a:p>
          <a:endParaRPr lang="en-SG"/>
        </a:p>
      </dgm:t>
    </dgm:pt>
    <dgm:pt modelId="{D40C59BA-2F67-4133-B29E-ED84F5E0FDB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dirty="0"/>
            <a:t>Add Customers without coordinates as Stop No 100</a:t>
          </a:r>
        </a:p>
      </dgm:t>
    </dgm:pt>
    <dgm:pt modelId="{B341FA7E-0D0E-4A5E-8A76-2A34F56E8DCA}" type="parTrans" cxnId="{88D72CCF-0FC9-42A2-ADC3-002439481A3A}">
      <dgm:prSet/>
      <dgm:spPr/>
      <dgm:t>
        <a:bodyPr/>
        <a:lstStyle/>
        <a:p>
          <a:endParaRPr lang="en-SG"/>
        </a:p>
      </dgm:t>
    </dgm:pt>
    <dgm:pt modelId="{3006DF8F-099D-42DA-AF6E-39E4C86023EB}" type="sibTrans" cxnId="{88D72CCF-0FC9-42A2-ADC3-002439481A3A}">
      <dgm:prSet/>
      <dgm:spPr/>
      <dgm:t>
        <a:bodyPr/>
        <a:lstStyle/>
        <a:p>
          <a:endParaRPr lang="en-SG"/>
        </a:p>
      </dgm:t>
    </dgm:pt>
    <dgm:pt modelId="{4881D8C2-0396-4962-897B-47A4BA381CA8}" type="pres">
      <dgm:prSet presAssocID="{9C2A2F4F-8926-4D14-A65E-DBBF08BCA4B3}" presName="rootnode" presStyleCnt="0">
        <dgm:presLayoutVars>
          <dgm:chMax/>
          <dgm:chPref/>
          <dgm:dir/>
          <dgm:animLvl val="lvl"/>
        </dgm:presLayoutVars>
      </dgm:prSet>
      <dgm:spPr/>
    </dgm:pt>
    <dgm:pt modelId="{41B249DC-DB7B-4F0B-9C74-1733F006B8FD}" type="pres">
      <dgm:prSet presAssocID="{4626DF9A-3057-439C-AE57-ADA69AC23F61}" presName="composite" presStyleCnt="0"/>
      <dgm:spPr/>
    </dgm:pt>
    <dgm:pt modelId="{2ABFD0E2-8ED2-4F64-802E-8E6E49DE4DC2}" type="pres">
      <dgm:prSet presAssocID="{4626DF9A-3057-439C-AE57-ADA69AC23F61}" presName="bentUpArrow1" presStyleLbl="alignImgPlace1" presStyleIdx="0" presStyleCnt="2"/>
      <dgm:spPr/>
    </dgm:pt>
    <dgm:pt modelId="{09E83E92-409A-41D5-8E4F-A2B065EC01DC}" type="pres">
      <dgm:prSet presAssocID="{4626DF9A-3057-439C-AE57-ADA69AC23F61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727D5187-AE0A-41DC-87B3-274D937D0146}" type="pres">
      <dgm:prSet presAssocID="{4626DF9A-3057-439C-AE57-ADA69AC23F61}" presName="ChildText" presStyleLbl="revTx" presStyleIdx="0" presStyleCnt="3" custScaleX="225121" custScaleY="127146" custLinFactNeighborX="69272" custLinFactNeighborY="-890">
        <dgm:presLayoutVars>
          <dgm:chMax val="0"/>
          <dgm:chPref val="0"/>
          <dgm:bulletEnabled val="1"/>
        </dgm:presLayoutVars>
      </dgm:prSet>
      <dgm:spPr/>
    </dgm:pt>
    <dgm:pt modelId="{C98982CC-1F03-40EB-8BC7-E76E742499C0}" type="pres">
      <dgm:prSet presAssocID="{CF886A9B-D7F3-4455-B6AE-78403D1240EE}" presName="sibTrans" presStyleCnt="0"/>
      <dgm:spPr/>
    </dgm:pt>
    <dgm:pt modelId="{16978878-DB6B-4149-8838-AFB480EA643F}" type="pres">
      <dgm:prSet presAssocID="{D99DD72E-A416-4BDA-99F0-A253EB9582AD}" presName="composite" presStyleCnt="0"/>
      <dgm:spPr/>
    </dgm:pt>
    <dgm:pt modelId="{C1204A90-566D-407C-930F-B4AE273653A3}" type="pres">
      <dgm:prSet presAssocID="{D99DD72E-A416-4BDA-99F0-A253EB9582AD}" presName="bentUpArrow1" presStyleLbl="alignImgPlace1" presStyleIdx="1" presStyleCnt="2"/>
      <dgm:spPr/>
    </dgm:pt>
    <dgm:pt modelId="{026D5470-5825-4420-ABC1-7D9420F8D847}" type="pres">
      <dgm:prSet presAssocID="{D99DD72E-A416-4BDA-99F0-A253EB9582AD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002037F3-D24B-4A62-8F4D-F62D7F3F24BC}" type="pres">
      <dgm:prSet presAssocID="{D99DD72E-A416-4BDA-99F0-A253EB9582AD}" presName="ChildText" presStyleLbl="revTx" presStyleIdx="1" presStyleCnt="3" custScaleX="273288" custLinFactNeighborX="90053" custLinFactNeighborY="63">
        <dgm:presLayoutVars>
          <dgm:chMax val="0"/>
          <dgm:chPref val="0"/>
          <dgm:bulletEnabled val="1"/>
        </dgm:presLayoutVars>
      </dgm:prSet>
      <dgm:spPr/>
    </dgm:pt>
    <dgm:pt modelId="{9580E54B-3E07-4C59-A7C1-FBC8DB5CA4AC}" type="pres">
      <dgm:prSet presAssocID="{BB01EB21-4284-4323-A076-2E468F0C06BB}" presName="sibTrans" presStyleCnt="0"/>
      <dgm:spPr/>
    </dgm:pt>
    <dgm:pt modelId="{65829B95-2EFF-449E-808C-08C520AF6EA2}" type="pres">
      <dgm:prSet presAssocID="{4FD4FC2F-2AF0-4FC4-A800-C24D071CE1CC}" presName="composite" presStyleCnt="0"/>
      <dgm:spPr/>
    </dgm:pt>
    <dgm:pt modelId="{07BA3686-6C5F-4752-925D-42AB86237B0D}" type="pres">
      <dgm:prSet presAssocID="{4FD4FC2F-2AF0-4FC4-A800-C24D071CE1CC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81A51BBB-E42F-4858-BCE8-7D030242B87A}" type="pres">
      <dgm:prSet presAssocID="{4FD4FC2F-2AF0-4FC4-A800-C24D071CE1CC}" presName="Final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86A8DB06-04CF-4233-8AAC-8F5BF51DE38A}" type="presOf" srcId="{E82732D3-C300-46DD-A08A-F2EDB4725117}" destId="{727D5187-AE0A-41DC-87B3-274D937D0146}" srcOrd="0" destOrd="1" presId="urn:microsoft.com/office/officeart/2005/8/layout/StepDownProcess"/>
    <dgm:cxn modelId="{F7D32D0A-1AC3-466E-8507-FD14A14C2044}" srcId="{4626DF9A-3057-439C-AE57-ADA69AC23F61}" destId="{E67054A7-463A-4159-9827-E302DC78488C}" srcOrd="2" destOrd="0" parTransId="{417986E3-DB13-4D23-A9E5-F417712336AA}" sibTransId="{412716E7-1D23-4196-A5B6-958BD706825E}"/>
    <dgm:cxn modelId="{34CDB111-A056-41BF-B8A7-7A87B3CCD8E0}" type="presOf" srcId="{3E7B7D2B-E97E-4F36-B869-CD6E074E0C14}" destId="{727D5187-AE0A-41DC-87B3-274D937D0146}" srcOrd="0" destOrd="0" presId="urn:microsoft.com/office/officeart/2005/8/layout/StepDownProcess"/>
    <dgm:cxn modelId="{72D2EF1B-CC44-41B6-BB73-3EEC462D85F9}" type="presOf" srcId="{D40C59BA-2F67-4133-B29E-ED84F5E0FDB5}" destId="{002037F3-D24B-4A62-8F4D-F62D7F3F24BC}" srcOrd="0" destOrd="3" presId="urn:microsoft.com/office/officeart/2005/8/layout/StepDownProcess"/>
    <dgm:cxn modelId="{7302031C-F88F-48CC-ADA6-4669F1332D07}" type="presOf" srcId="{D99DD72E-A416-4BDA-99F0-A253EB9582AD}" destId="{026D5470-5825-4420-ABC1-7D9420F8D847}" srcOrd="0" destOrd="0" presId="urn:microsoft.com/office/officeart/2005/8/layout/StepDownProcess"/>
    <dgm:cxn modelId="{2E9C9326-0706-499B-8966-A4DD6F666AB7}" srcId="{D99DD72E-A416-4BDA-99F0-A253EB9582AD}" destId="{BF3F8632-B8B5-4A8F-B40D-F157E9AB4A21}" srcOrd="0" destOrd="0" parTransId="{9AA3CB9C-76C6-4284-A081-EF43E6AF3443}" sibTransId="{FEC6DD15-152F-49C3-8304-28EE3E2FFB79}"/>
    <dgm:cxn modelId="{9C38F865-5912-4DC7-9B9D-5C6DB117127D}" srcId="{9C2A2F4F-8926-4D14-A65E-DBBF08BCA4B3}" destId="{D99DD72E-A416-4BDA-99F0-A253EB9582AD}" srcOrd="1" destOrd="0" parTransId="{5B826D20-D29A-4917-9CCB-37D6DAD1B796}" sibTransId="{BB01EB21-4284-4323-A076-2E468F0C06BB}"/>
    <dgm:cxn modelId="{8B01EF47-9B33-40B9-A37A-6BC9F860ACD0}" type="presOf" srcId="{E6D01CF8-CD55-4968-9C3D-B5BB654747BC}" destId="{002037F3-D24B-4A62-8F4D-F62D7F3F24BC}" srcOrd="0" destOrd="1" presId="urn:microsoft.com/office/officeart/2005/8/layout/StepDownProcess"/>
    <dgm:cxn modelId="{FB2A6D49-88C8-4355-9374-561CF2534E22}" srcId="{4626DF9A-3057-439C-AE57-ADA69AC23F61}" destId="{3E7B7D2B-E97E-4F36-B869-CD6E074E0C14}" srcOrd="0" destOrd="0" parTransId="{18F216F2-4888-4721-9F4F-CB7FCB8C5357}" sibTransId="{CA85BC34-0709-4252-84D5-612CE6545EA2}"/>
    <dgm:cxn modelId="{B946EA4C-2A44-4776-B16F-226D86D3FEEB}" type="presOf" srcId="{E1240CE8-8264-4099-895A-8098DEFE5336}" destId="{727D5187-AE0A-41DC-87B3-274D937D0146}" srcOrd="0" destOrd="3" presId="urn:microsoft.com/office/officeart/2005/8/layout/StepDownProcess"/>
    <dgm:cxn modelId="{B10FDD77-FDD7-41C9-95EF-9552F95CA86C}" type="presOf" srcId="{4FD4FC2F-2AF0-4FC4-A800-C24D071CE1CC}" destId="{07BA3686-6C5F-4752-925D-42AB86237B0D}" srcOrd="0" destOrd="0" presId="urn:microsoft.com/office/officeart/2005/8/layout/StepDownProcess"/>
    <dgm:cxn modelId="{0FB1848C-B219-4E47-A654-CCE2DD7BE554}" type="presOf" srcId="{4626DF9A-3057-439C-AE57-ADA69AC23F61}" destId="{09E83E92-409A-41D5-8E4F-A2B065EC01DC}" srcOrd="0" destOrd="0" presId="urn:microsoft.com/office/officeart/2005/8/layout/StepDownProcess"/>
    <dgm:cxn modelId="{C6B38495-4E15-4529-BD06-44A54E9A0A74}" type="presOf" srcId="{BF3F8632-B8B5-4A8F-B40D-F157E9AB4A21}" destId="{002037F3-D24B-4A62-8F4D-F62D7F3F24BC}" srcOrd="0" destOrd="0" presId="urn:microsoft.com/office/officeart/2005/8/layout/StepDownProcess"/>
    <dgm:cxn modelId="{31AAE0A0-4009-43EF-ABCD-9C7DBBA2E071}" srcId="{4FD4FC2F-2AF0-4FC4-A800-C24D071CE1CC}" destId="{132AA97F-C7C1-48A4-AF75-2BF2BE6716CC}" srcOrd="0" destOrd="0" parTransId="{329C5D3D-EDD1-439B-B1B8-4880A6A55236}" sibTransId="{A47A8882-C47A-4F12-8302-EC456F4BDA62}"/>
    <dgm:cxn modelId="{098017AE-A34D-4AD2-A8D7-4DCA49FB7620}" srcId="{9C2A2F4F-8926-4D14-A65E-DBBF08BCA4B3}" destId="{4FD4FC2F-2AF0-4FC4-A800-C24D071CE1CC}" srcOrd="2" destOrd="0" parTransId="{C80CBF4F-95C3-4DC5-A0DC-BE295335278C}" sibTransId="{6F14B050-34C1-483A-A423-431249B27D84}"/>
    <dgm:cxn modelId="{F750AFB0-DB6A-4AF1-BB00-44FEA4F106D9}" srcId="{4626DF9A-3057-439C-AE57-ADA69AC23F61}" destId="{E1240CE8-8264-4099-895A-8098DEFE5336}" srcOrd="3" destOrd="0" parTransId="{2326BA8A-40FF-4FD8-ABDB-16EA71D0C8FF}" sibTransId="{A82F7610-5842-45BA-899F-B5A11E833EFB}"/>
    <dgm:cxn modelId="{58D736B5-3AAC-4788-8F27-C0AF1DABDFFF}" type="presOf" srcId="{E67054A7-463A-4159-9827-E302DC78488C}" destId="{727D5187-AE0A-41DC-87B3-274D937D0146}" srcOrd="0" destOrd="2" presId="urn:microsoft.com/office/officeart/2005/8/layout/StepDownProcess"/>
    <dgm:cxn modelId="{5AF408BE-E95C-4E5A-90B6-2F92020494A5}" srcId="{4626DF9A-3057-439C-AE57-ADA69AC23F61}" destId="{E82732D3-C300-46DD-A08A-F2EDB4725117}" srcOrd="1" destOrd="0" parTransId="{BB9B1028-CB6F-435F-951F-0952ABCEC92B}" sibTransId="{80D8590B-D289-4D77-8820-24B35512C6E7}"/>
    <dgm:cxn modelId="{6FDE15C1-FBB2-4057-8E9B-99E4B7A1095E}" type="presOf" srcId="{9C2A2F4F-8926-4D14-A65E-DBBF08BCA4B3}" destId="{4881D8C2-0396-4962-897B-47A4BA381CA8}" srcOrd="0" destOrd="0" presId="urn:microsoft.com/office/officeart/2005/8/layout/StepDownProcess"/>
    <dgm:cxn modelId="{055F8BCA-76E1-4594-B4CC-FE45B71D7E5A}" type="presOf" srcId="{7CC1327E-B183-4059-852D-4B9BA1948884}" destId="{002037F3-D24B-4A62-8F4D-F62D7F3F24BC}" srcOrd="0" destOrd="2" presId="urn:microsoft.com/office/officeart/2005/8/layout/StepDownProcess"/>
    <dgm:cxn modelId="{88D72CCF-0FC9-42A2-ADC3-002439481A3A}" srcId="{D99DD72E-A416-4BDA-99F0-A253EB9582AD}" destId="{D40C59BA-2F67-4133-B29E-ED84F5E0FDB5}" srcOrd="3" destOrd="0" parTransId="{B341FA7E-0D0E-4A5E-8A76-2A34F56E8DCA}" sibTransId="{3006DF8F-099D-42DA-AF6E-39E4C86023EB}"/>
    <dgm:cxn modelId="{3CB580D7-8185-46B5-9457-C3DF59A4AB63}" srcId="{9C2A2F4F-8926-4D14-A65E-DBBF08BCA4B3}" destId="{4626DF9A-3057-439C-AE57-ADA69AC23F61}" srcOrd="0" destOrd="0" parTransId="{5B57E493-B55D-4C52-8081-B5EC2A2B54F9}" sibTransId="{CF886A9B-D7F3-4455-B6AE-78403D1240EE}"/>
    <dgm:cxn modelId="{AF4A1DDF-18AD-4AAB-A6E4-0695347B603C}" srcId="{D99DD72E-A416-4BDA-99F0-A253EB9582AD}" destId="{E6D01CF8-CD55-4968-9C3D-B5BB654747BC}" srcOrd="1" destOrd="0" parTransId="{12593451-B702-4C40-A7EF-082E469AFB80}" sibTransId="{B55C94D8-3F23-45B4-9D68-33EDAC7A1B11}"/>
    <dgm:cxn modelId="{8929CBFD-4C1E-4F9D-A930-F78FDDEC282E}" type="presOf" srcId="{132AA97F-C7C1-48A4-AF75-2BF2BE6716CC}" destId="{81A51BBB-E42F-4858-BCE8-7D030242B87A}" srcOrd="0" destOrd="0" presId="urn:microsoft.com/office/officeart/2005/8/layout/StepDownProcess"/>
    <dgm:cxn modelId="{974C48FF-4640-4D11-94E2-15678E99B3F3}" srcId="{D99DD72E-A416-4BDA-99F0-A253EB9582AD}" destId="{7CC1327E-B183-4059-852D-4B9BA1948884}" srcOrd="2" destOrd="0" parTransId="{5B0390E4-CB0B-4BCC-81BF-B82A902EF618}" sibTransId="{5513119E-F255-478C-AE5C-0FF440A8C2B2}"/>
    <dgm:cxn modelId="{D3714641-EF16-4095-B467-B202728A97F3}" type="presParOf" srcId="{4881D8C2-0396-4962-897B-47A4BA381CA8}" destId="{41B249DC-DB7B-4F0B-9C74-1733F006B8FD}" srcOrd="0" destOrd="0" presId="urn:microsoft.com/office/officeart/2005/8/layout/StepDownProcess"/>
    <dgm:cxn modelId="{5D1BD426-C563-432F-9025-B6E2B77CBF03}" type="presParOf" srcId="{41B249DC-DB7B-4F0B-9C74-1733F006B8FD}" destId="{2ABFD0E2-8ED2-4F64-802E-8E6E49DE4DC2}" srcOrd="0" destOrd="0" presId="urn:microsoft.com/office/officeart/2005/8/layout/StepDownProcess"/>
    <dgm:cxn modelId="{2413098B-1427-4F75-BF0B-2B6CD9ECC04D}" type="presParOf" srcId="{41B249DC-DB7B-4F0B-9C74-1733F006B8FD}" destId="{09E83E92-409A-41D5-8E4F-A2B065EC01DC}" srcOrd="1" destOrd="0" presId="urn:microsoft.com/office/officeart/2005/8/layout/StepDownProcess"/>
    <dgm:cxn modelId="{1794AE23-2DD5-4025-A19C-4C58232C292B}" type="presParOf" srcId="{41B249DC-DB7B-4F0B-9C74-1733F006B8FD}" destId="{727D5187-AE0A-41DC-87B3-274D937D0146}" srcOrd="2" destOrd="0" presId="urn:microsoft.com/office/officeart/2005/8/layout/StepDownProcess"/>
    <dgm:cxn modelId="{0BD9826C-A46D-41A2-B561-1272107956A1}" type="presParOf" srcId="{4881D8C2-0396-4962-897B-47A4BA381CA8}" destId="{C98982CC-1F03-40EB-8BC7-E76E742499C0}" srcOrd="1" destOrd="0" presId="urn:microsoft.com/office/officeart/2005/8/layout/StepDownProcess"/>
    <dgm:cxn modelId="{E9CD8DC1-CE65-4C00-9166-F03C17716DAA}" type="presParOf" srcId="{4881D8C2-0396-4962-897B-47A4BA381CA8}" destId="{16978878-DB6B-4149-8838-AFB480EA643F}" srcOrd="2" destOrd="0" presId="urn:microsoft.com/office/officeart/2005/8/layout/StepDownProcess"/>
    <dgm:cxn modelId="{AC457A4D-2418-4CAD-B19C-BD3B0FF04DEA}" type="presParOf" srcId="{16978878-DB6B-4149-8838-AFB480EA643F}" destId="{C1204A90-566D-407C-930F-B4AE273653A3}" srcOrd="0" destOrd="0" presId="urn:microsoft.com/office/officeart/2005/8/layout/StepDownProcess"/>
    <dgm:cxn modelId="{635261B2-C302-4F12-8F5D-68EBC2AC4B71}" type="presParOf" srcId="{16978878-DB6B-4149-8838-AFB480EA643F}" destId="{026D5470-5825-4420-ABC1-7D9420F8D847}" srcOrd="1" destOrd="0" presId="urn:microsoft.com/office/officeart/2005/8/layout/StepDownProcess"/>
    <dgm:cxn modelId="{6C10D32C-B899-4CD4-81F4-BB5E7AF1B31F}" type="presParOf" srcId="{16978878-DB6B-4149-8838-AFB480EA643F}" destId="{002037F3-D24B-4A62-8F4D-F62D7F3F24BC}" srcOrd="2" destOrd="0" presId="urn:microsoft.com/office/officeart/2005/8/layout/StepDownProcess"/>
    <dgm:cxn modelId="{DFEBA016-76A5-446B-913E-3C2689B63202}" type="presParOf" srcId="{4881D8C2-0396-4962-897B-47A4BA381CA8}" destId="{9580E54B-3E07-4C59-A7C1-FBC8DB5CA4AC}" srcOrd="3" destOrd="0" presId="urn:microsoft.com/office/officeart/2005/8/layout/StepDownProcess"/>
    <dgm:cxn modelId="{7066AE5F-9FB3-452F-AD5A-167C2487FC5D}" type="presParOf" srcId="{4881D8C2-0396-4962-897B-47A4BA381CA8}" destId="{65829B95-2EFF-449E-808C-08C520AF6EA2}" srcOrd="4" destOrd="0" presId="urn:microsoft.com/office/officeart/2005/8/layout/StepDownProcess"/>
    <dgm:cxn modelId="{67DFB7C0-9E3E-4C17-AFD8-49F4AF32E26C}" type="presParOf" srcId="{65829B95-2EFF-449E-808C-08C520AF6EA2}" destId="{07BA3686-6C5F-4752-925D-42AB86237B0D}" srcOrd="0" destOrd="0" presId="urn:microsoft.com/office/officeart/2005/8/layout/StepDownProcess"/>
    <dgm:cxn modelId="{DABAD2F7-8ABB-44C9-B635-4707225E3642}" type="presParOf" srcId="{65829B95-2EFF-449E-808C-08C520AF6EA2}" destId="{81A51BBB-E42F-4858-BCE8-7D030242B87A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C2A2F4F-8926-4D14-A65E-DBBF08BCA4B3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4626DF9A-3057-439C-AE57-ADA69AC23F61}">
      <dgm:prSet phldrT="[Text]"/>
      <dgm:spPr/>
      <dgm:t>
        <a:bodyPr/>
        <a:lstStyle/>
        <a:p>
          <a:pPr>
            <a:buNone/>
          </a:pPr>
          <a:r>
            <a:rPr lang="en-US" b="1" i="1" dirty="0"/>
            <a:t>Perform optimization</a:t>
          </a:r>
          <a:endParaRPr lang="en-SG" dirty="0"/>
        </a:p>
      </dgm:t>
    </dgm:pt>
    <dgm:pt modelId="{5B57E493-B55D-4C52-8081-B5EC2A2B54F9}" type="parTrans" cxnId="{3CB580D7-8185-46B5-9457-C3DF59A4AB63}">
      <dgm:prSet/>
      <dgm:spPr/>
      <dgm:t>
        <a:bodyPr/>
        <a:lstStyle/>
        <a:p>
          <a:endParaRPr lang="en-SG"/>
        </a:p>
      </dgm:t>
    </dgm:pt>
    <dgm:pt modelId="{CF886A9B-D7F3-4455-B6AE-78403D1240EE}" type="sibTrans" cxnId="{3CB580D7-8185-46B5-9457-C3DF59A4AB63}">
      <dgm:prSet/>
      <dgm:spPr/>
      <dgm:t>
        <a:bodyPr/>
        <a:lstStyle/>
        <a:p>
          <a:endParaRPr lang="en-SG"/>
        </a:p>
      </dgm:t>
    </dgm:pt>
    <dgm:pt modelId="{3E7B7D2B-E97E-4F36-B869-CD6E074E0C1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Get customers for agent on this date</a:t>
          </a:r>
          <a:endParaRPr lang="en-SG" dirty="0"/>
        </a:p>
      </dgm:t>
    </dgm:pt>
    <dgm:pt modelId="{18F216F2-4888-4721-9F4F-CB7FCB8C5357}" type="parTrans" cxnId="{FB2A6D49-88C8-4355-9374-561CF2534E22}">
      <dgm:prSet/>
      <dgm:spPr/>
      <dgm:t>
        <a:bodyPr/>
        <a:lstStyle/>
        <a:p>
          <a:endParaRPr lang="en-SG"/>
        </a:p>
      </dgm:t>
    </dgm:pt>
    <dgm:pt modelId="{CA85BC34-0709-4252-84D5-612CE6545EA2}" type="sibTrans" cxnId="{FB2A6D49-88C8-4355-9374-561CF2534E22}">
      <dgm:prSet/>
      <dgm:spPr/>
      <dgm:t>
        <a:bodyPr/>
        <a:lstStyle/>
        <a:p>
          <a:endParaRPr lang="en-SG"/>
        </a:p>
      </dgm:t>
    </dgm:pt>
    <dgm:pt modelId="{D99DD72E-A416-4BDA-99F0-A253EB9582AD}">
      <dgm:prSet phldrT="[Text]"/>
      <dgm:spPr/>
      <dgm:t>
        <a:bodyPr/>
        <a:lstStyle/>
        <a:p>
          <a:pPr>
            <a:buNone/>
          </a:pPr>
          <a:r>
            <a:rPr lang="en-US" dirty="0"/>
            <a:t>Shortest route optimization</a:t>
          </a:r>
          <a:endParaRPr lang="en-SG" dirty="0"/>
        </a:p>
      </dgm:t>
    </dgm:pt>
    <dgm:pt modelId="{5B826D20-D29A-4917-9CCB-37D6DAD1B796}" type="parTrans" cxnId="{9C38F865-5912-4DC7-9B9D-5C6DB117127D}">
      <dgm:prSet/>
      <dgm:spPr/>
      <dgm:t>
        <a:bodyPr/>
        <a:lstStyle/>
        <a:p>
          <a:endParaRPr lang="en-SG"/>
        </a:p>
      </dgm:t>
    </dgm:pt>
    <dgm:pt modelId="{BB01EB21-4284-4323-A076-2E468F0C06BB}" type="sibTrans" cxnId="{9C38F865-5912-4DC7-9B9D-5C6DB117127D}">
      <dgm:prSet/>
      <dgm:spPr/>
      <dgm:t>
        <a:bodyPr/>
        <a:lstStyle/>
        <a:p>
          <a:endParaRPr lang="en-SG"/>
        </a:p>
      </dgm:t>
    </dgm:pt>
    <dgm:pt modelId="{BF3F8632-B8B5-4A8F-B40D-F157E9AB4A2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Uses "Nearest Neighbor" algorithm starting from Distribution Center</a:t>
          </a:r>
          <a:endParaRPr lang="en-SG" dirty="0"/>
        </a:p>
      </dgm:t>
    </dgm:pt>
    <dgm:pt modelId="{9AA3CB9C-76C6-4284-A081-EF43E6AF3443}" type="parTrans" cxnId="{2E9C9326-0706-499B-8966-A4DD6F666AB7}">
      <dgm:prSet/>
      <dgm:spPr/>
      <dgm:t>
        <a:bodyPr/>
        <a:lstStyle/>
        <a:p>
          <a:endParaRPr lang="en-SG"/>
        </a:p>
      </dgm:t>
    </dgm:pt>
    <dgm:pt modelId="{FEC6DD15-152F-49C3-8304-28EE3E2FFB79}" type="sibTrans" cxnId="{2E9C9326-0706-499B-8966-A4DD6F666AB7}">
      <dgm:prSet/>
      <dgm:spPr/>
      <dgm:t>
        <a:bodyPr/>
        <a:lstStyle/>
        <a:p>
          <a:endParaRPr lang="en-SG"/>
        </a:p>
      </dgm:t>
    </dgm:pt>
    <dgm:pt modelId="{4FD4FC2F-2AF0-4FC4-A800-C24D071CE1CC}">
      <dgm:prSet phldrT="[Text]"/>
      <dgm:spPr/>
      <dgm:t>
        <a:bodyPr/>
        <a:lstStyle/>
        <a:p>
          <a:pPr>
            <a:buNone/>
          </a:pPr>
          <a:r>
            <a:rPr lang="en-US" dirty="0"/>
            <a:t>Update Database</a:t>
          </a:r>
          <a:endParaRPr lang="en-SG" dirty="0"/>
        </a:p>
      </dgm:t>
    </dgm:pt>
    <dgm:pt modelId="{C80CBF4F-95C3-4DC5-A0DC-BE295335278C}" type="parTrans" cxnId="{098017AE-A34D-4AD2-A8D7-4DCA49FB7620}">
      <dgm:prSet/>
      <dgm:spPr/>
      <dgm:t>
        <a:bodyPr/>
        <a:lstStyle/>
        <a:p>
          <a:endParaRPr lang="en-SG"/>
        </a:p>
      </dgm:t>
    </dgm:pt>
    <dgm:pt modelId="{6F14B050-34C1-483A-A423-431249B27D84}" type="sibTrans" cxnId="{098017AE-A34D-4AD2-A8D7-4DCA49FB7620}">
      <dgm:prSet/>
      <dgm:spPr/>
      <dgm:t>
        <a:bodyPr/>
        <a:lstStyle/>
        <a:p>
          <a:endParaRPr lang="en-SG"/>
        </a:p>
      </dgm:t>
    </dgm:pt>
    <dgm:pt modelId="{132AA97F-C7C1-48A4-AF75-2BF2BE6716CC}">
      <dgm:prSet phldrT="[Text]" phldr="0" custT="1"/>
      <dgm:spPr/>
      <dgm:t>
        <a:bodyPr/>
        <a:lstStyle/>
        <a:p>
          <a:r>
            <a:rPr lang="en-SG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Update Stop no to existing table</a:t>
          </a:r>
        </a:p>
      </dgm:t>
    </dgm:pt>
    <dgm:pt modelId="{329C5D3D-EDD1-439B-B1B8-4880A6A55236}" type="parTrans" cxnId="{31AAE0A0-4009-43EF-ABCD-9C7DBBA2E071}">
      <dgm:prSet/>
      <dgm:spPr/>
      <dgm:t>
        <a:bodyPr/>
        <a:lstStyle/>
        <a:p>
          <a:endParaRPr lang="en-SG"/>
        </a:p>
      </dgm:t>
    </dgm:pt>
    <dgm:pt modelId="{A47A8882-C47A-4F12-8302-EC456F4BDA62}" type="sibTrans" cxnId="{31AAE0A0-4009-43EF-ABCD-9C7DBBA2E071}">
      <dgm:prSet/>
      <dgm:spPr/>
      <dgm:t>
        <a:bodyPr/>
        <a:lstStyle/>
        <a:p>
          <a:endParaRPr lang="en-SG"/>
        </a:p>
      </dgm:t>
    </dgm:pt>
    <dgm:pt modelId="{E82732D3-C300-46DD-A08A-F2EDB472511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Get (Lat/Long) for Customer</a:t>
          </a:r>
          <a:endParaRPr lang="en-SG" dirty="0"/>
        </a:p>
      </dgm:t>
    </dgm:pt>
    <dgm:pt modelId="{BB9B1028-CB6F-435F-951F-0952ABCEC92B}" type="parTrans" cxnId="{5AF408BE-E95C-4E5A-90B6-2F92020494A5}">
      <dgm:prSet/>
      <dgm:spPr/>
      <dgm:t>
        <a:bodyPr/>
        <a:lstStyle/>
        <a:p>
          <a:endParaRPr lang="en-SG"/>
        </a:p>
      </dgm:t>
    </dgm:pt>
    <dgm:pt modelId="{80D8590B-D289-4D77-8820-24B35512C6E7}" type="sibTrans" cxnId="{5AF408BE-E95C-4E5A-90B6-2F92020494A5}">
      <dgm:prSet/>
      <dgm:spPr/>
      <dgm:t>
        <a:bodyPr/>
        <a:lstStyle/>
        <a:p>
          <a:endParaRPr lang="en-SG"/>
        </a:p>
      </dgm:t>
    </dgm:pt>
    <dgm:pt modelId="{E67054A7-463A-4159-9827-E302DC78488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Separate: customers with coordinates vs. without</a:t>
          </a:r>
          <a:endParaRPr lang="en-SG" dirty="0"/>
        </a:p>
      </dgm:t>
    </dgm:pt>
    <dgm:pt modelId="{417986E3-DB13-4D23-A9E5-F417712336AA}" type="parTrans" cxnId="{F7D32D0A-1AC3-466E-8507-FD14A14C2044}">
      <dgm:prSet/>
      <dgm:spPr/>
      <dgm:t>
        <a:bodyPr/>
        <a:lstStyle/>
        <a:p>
          <a:endParaRPr lang="en-SG"/>
        </a:p>
      </dgm:t>
    </dgm:pt>
    <dgm:pt modelId="{412716E7-1D23-4196-A5B6-958BD706825E}" type="sibTrans" cxnId="{F7D32D0A-1AC3-466E-8507-FD14A14C2044}">
      <dgm:prSet/>
      <dgm:spPr/>
      <dgm:t>
        <a:bodyPr/>
        <a:lstStyle/>
        <a:p>
          <a:endParaRPr lang="en-SG"/>
        </a:p>
      </dgm:t>
    </dgm:pt>
    <dgm:pt modelId="{E1240CE8-8264-4099-895A-8098DEFE5336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Find prospects in the same barangay (geographic area) total 60 is reached</a:t>
          </a:r>
          <a:endParaRPr lang="en-SG" dirty="0"/>
        </a:p>
      </dgm:t>
    </dgm:pt>
    <dgm:pt modelId="{2326BA8A-40FF-4FD8-ABDB-16EA71D0C8FF}" type="parTrans" cxnId="{F750AFB0-DB6A-4AF1-BB00-44FEA4F106D9}">
      <dgm:prSet/>
      <dgm:spPr/>
      <dgm:t>
        <a:bodyPr/>
        <a:lstStyle/>
        <a:p>
          <a:endParaRPr lang="en-SG"/>
        </a:p>
      </dgm:t>
    </dgm:pt>
    <dgm:pt modelId="{A82F7610-5842-45BA-899F-B5A11E833EFB}" type="sibTrans" cxnId="{F750AFB0-DB6A-4AF1-BB00-44FEA4F106D9}">
      <dgm:prSet/>
      <dgm:spPr/>
      <dgm:t>
        <a:bodyPr/>
        <a:lstStyle/>
        <a:p>
          <a:endParaRPr lang="en-SG"/>
        </a:p>
      </dgm:t>
    </dgm:pt>
    <dgm:pt modelId="{E6D01CF8-CD55-4968-9C3D-B5BB654747B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Always go to the nearest unvisited customer next</a:t>
          </a:r>
          <a:endParaRPr lang="en-SG" dirty="0"/>
        </a:p>
      </dgm:t>
    </dgm:pt>
    <dgm:pt modelId="{12593451-B702-4C40-A7EF-082E469AFB80}" type="parTrans" cxnId="{AF4A1DDF-18AD-4AAB-A6E4-0695347B603C}">
      <dgm:prSet/>
      <dgm:spPr/>
      <dgm:t>
        <a:bodyPr/>
        <a:lstStyle/>
        <a:p>
          <a:endParaRPr lang="en-SG"/>
        </a:p>
      </dgm:t>
    </dgm:pt>
    <dgm:pt modelId="{B55C94D8-3F23-45B4-9D68-33EDAC7A1B11}" type="sibTrans" cxnId="{AF4A1DDF-18AD-4AAB-A6E4-0695347B603C}">
      <dgm:prSet/>
      <dgm:spPr/>
      <dgm:t>
        <a:bodyPr/>
        <a:lstStyle/>
        <a:p>
          <a:endParaRPr lang="en-SG"/>
        </a:p>
      </dgm:t>
    </dgm:pt>
    <dgm:pt modelId="{7CC1327E-B183-4059-852D-4B9BA194888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Assign Stop Nos: 1,2,… N</a:t>
          </a:r>
          <a:endParaRPr lang="en-SG" dirty="0"/>
        </a:p>
      </dgm:t>
    </dgm:pt>
    <dgm:pt modelId="{5B0390E4-CB0B-4BCC-81BF-B82A902EF618}" type="parTrans" cxnId="{974C48FF-4640-4D11-94E2-15678E99B3F3}">
      <dgm:prSet/>
      <dgm:spPr/>
      <dgm:t>
        <a:bodyPr/>
        <a:lstStyle/>
        <a:p>
          <a:endParaRPr lang="en-SG"/>
        </a:p>
      </dgm:t>
    </dgm:pt>
    <dgm:pt modelId="{5513119E-F255-478C-AE5C-0FF440A8C2B2}" type="sibTrans" cxnId="{974C48FF-4640-4D11-94E2-15678E99B3F3}">
      <dgm:prSet/>
      <dgm:spPr/>
      <dgm:t>
        <a:bodyPr/>
        <a:lstStyle/>
        <a:p>
          <a:endParaRPr lang="en-SG"/>
        </a:p>
      </dgm:t>
    </dgm:pt>
    <dgm:pt modelId="{D40C59BA-2F67-4133-B29E-ED84F5E0FDB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dirty="0"/>
            <a:t>Add Customers without coordinates as Stop No 100</a:t>
          </a:r>
        </a:p>
      </dgm:t>
    </dgm:pt>
    <dgm:pt modelId="{B341FA7E-0D0E-4A5E-8A76-2A34F56E8DCA}" type="parTrans" cxnId="{88D72CCF-0FC9-42A2-ADC3-002439481A3A}">
      <dgm:prSet/>
      <dgm:spPr/>
      <dgm:t>
        <a:bodyPr/>
        <a:lstStyle/>
        <a:p>
          <a:endParaRPr lang="en-SG"/>
        </a:p>
      </dgm:t>
    </dgm:pt>
    <dgm:pt modelId="{3006DF8F-099D-42DA-AF6E-39E4C86023EB}" type="sibTrans" cxnId="{88D72CCF-0FC9-42A2-ADC3-002439481A3A}">
      <dgm:prSet/>
      <dgm:spPr/>
      <dgm:t>
        <a:bodyPr/>
        <a:lstStyle/>
        <a:p>
          <a:endParaRPr lang="en-SG"/>
        </a:p>
      </dgm:t>
    </dgm:pt>
    <dgm:pt modelId="{4881D8C2-0396-4962-897B-47A4BA381CA8}" type="pres">
      <dgm:prSet presAssocID="{9C2A2F4F-8926-4D14-A65E-DBBF08BCA4B3}" presName="rootnode" presStyleCnt="0">
        <dgm:presLayoutVars>
          <dgm:chMax/>
          <dgm:chPref/>
          <dgm:dir/>
          <dgm:animLvl val="lvl"/>
        </dgm:presLayoutVars>
      </dgm:prSet>
      <dgm:spPr/>
    </dgm:pt>
    <dgm:pt modelId="{41B249DC-DB7B-4F0B-9C74-1733F006B8FD}" type="pres">
      <dgm:prSet presAssocID="{4626DF9A-3057-439C-AE57-ADA69AC23F61}" presName="composite" presStyleCnt="0"/>
      <dgm:spPr/>
    </dgm:pt>
    <dgm:pt modelId="{2ABFD0E2-8ED2-4F64-802E-8E6E49DE4DC2}" type="pres">
      <dgm:prSet presAssocID="{4626DF9A-3057-439C-AE57-ADA69AC23F61}" presName="bentUpArrow1" presStyleLbl="alignImgPlace1" presStyleIdx="0" presStyleCnt="2"/>
      <dgm:spPr/>
    </dgm:pt>
    <dgm:pt modelId="{09E83E92-409A-41D5-8E4F-A2B065EC01DC}" type="pres">
      <dgm:prSet presAssocID="{4626DF9A-3057-439C-AE57-ADA69AC23F61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727D5187-AE0A-41DC-87B3-274D937D0146}" type="pres">
      <dgm:prSet presAssocID="{4626DF9A-3057-439C-AE57-ADA69AC23F61}" presName="ChildText" presStyleLbl="revTx" presStyleIdx="0" presStyleCnt="3" custScaleX="225121" custScaleY="127146" custLinFactNeighborX="69272" custLinFactNeighborY="-890">
        <dgm:presLayoutVars>
          <dgm:chMax val="0"/>
          <dgm:chPref val="0"/>
          <dgm:bulletEnabled val="1"/>
        </dgm:presLayoutVars>
      </dgm:prSet>
      <dgm:spPr/>
    </dgm:pt>
    <dgm:pt modelId="{C98982CC-1F03-40EB-8BC7-E76E742499C0}" type="pres">
      <dgm:prSet presAssocID="{CF886A9B-D7F3-4455-B6AE-78403D1240EE}" presName="sibTrans" presStyleCnt="0"/>
      <dgm:spPr/>
    </dgm:pt>
    <dgm:pt modelId="{16978878-DB6B-4149-8838-AFB480EA643F}" type="pres">
      <dgm:prSet presAssocID="{D99DD72E-A416-4BDA-99F0-A253EB9582AD}" presName="composite" presStyleCnt="0"/>
      <dgm:spPr/>
    </dgm:pt>
    <dgm:pt modelId="{C1204A90-566D-407C-930F-B4AE273653A3}" type="pres">
      <dgm:prSet presAssocID="{D99DD72E-A416-4BDA-99F0-A253EB9582AD}" presName="bentUpArrow1" presStyleLbl="alignImgPlace1" presStyleIdx="1" presStyleCnt="2"/>
      <dgm:spPr/>
    </dgm:pt>
    <dgm:pt modelId="{026D5470-5825-4420-ABC1-7D9420F8D847}" type="pres">
      <dgm:prSet presAssocID="{D99DD72E-A416-4BDA-99F0-A253EB9582AD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002037F3-D24B-4A62-8F4D-F62D7F3F24BC}" type="pres">
      <dgm:prSet presAssocID="{D99DD72E-A416-4BDA-99F0-A253EB9582AD}" presName="ChildText" presStyleLbl="revTx" presStyleIdx="1" presStyleCnt="3" custScaleX="273288" custLinFactNeighborX="90053" custLinFactNeighborY="63">
        <dgm:presLayoutVars>
          <dgm:chMax val="0"/>
          <dgm:chPref val="0"/>
          <dgm:bulletEnabled val="1"/>
        </dgm:presLayoutVars>
      </dgm:prSet>
      <dgm:spPr/>
    </dgm:pt>
    <dgm:pt modelId="{9580E54B-3E07-4C59-A7C1-FBC8DB5CA4AC}" type="pres">
      <dgm:prSet presAssocID="{BB01EB21-4284-4323-A076-2E468F0C06BB}" presName="sibTrans" presStyleCnt="0"/>
      <dgm:spPr/>
    </dgm:pt>
    <dgm:pt modelId="{65829B95-2EFF-449E-808C-08C520AF6EA2}" type="pres">
      <dgm:prSet presAssocID="{4FD4FC2F-2AF0-4FC4-A800-C24D071CE1CC}" presName="composite" presStyleCnt="0"/>
      <dgm:spPr/>
    </dgm:pt>
    <dgm:pt modelId="{07BA3686-6C5F-4752-925D-42AB86237B0D}" type="pres">
      <dgm:prSet presAssocID="{4FD4FC2F-2AF0-4FC4-A800-C24D071CE1CC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81A51BBB-E42F-4858-BCE8-7D030242B87A}" type="pres">
      <dgm:prSet presAssocID="{4FD4FC2F-2AF0-4FC4-A800-C24D071CE1CC}" presName="Final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86A8DB06-04CF-4233-8AAC-8F5BF51DE38A}" type="presOf" srcId="{E82732D3-C300-46DD-A08A-F2EDB4725117}" destId="{727D5187-AE0A-41DC-87B3-274D937D0146}" srcOrd="0" destOrd="1" presId="urn:microsoft.com/office/officeart/2005/8/layout/StepDownProcess"/>
    <dgm:cxn modelId="{F7D32D0A-1AC3-466E-8507-FD14A14C2044}" srcId="{4626DF9A-3057-439C-AE57-ADA69AC23F61}" destId="{E67054A7-463A-4159-9827-E302DC78488C}" srcOrd="2" destOrd="0" parTransId="{417986E3-DB13-4D23-A9E5-F417712336AA}" sibTransId="{412716E7-1D23-4196-A5B6-958BD706825E}"/>
    <dgm:cxn modelId="{34CDB111-A056-41BF-B8A7-7A87B3CCD8E0}" type="presOf" srcId="{3E7B7D2B-E97E-4F36-B869-CD6E074E0C14}" destId="{727D5187-AE0A-41DC-87B3-274D937D0146}" srcOrd="0" destOrd="0" presId="urn:microsoft.com/office/officeart/2005/8/layout/StepDownProcess"/>
    <dgm:cxn modelId="{72D2EF1B-CC44-41B6-BB73-3EEC462D85F9}" type="presOf" srcId="{D40C59BA-2F67-4133-B29E-ED84F5E0FDB5}" destId="{002037F3-D24B-4A62-8F4D-F62D7F3F24BC}" srcOrd="0" destOrd="3" presId="urn:microsoft.com/office/officeart/2005/8/layout/StepDownProcess"/>
    <dgm:cxn modelId="{7302031C-F88F-48CC-ADA6-4669F1332D07}" type="presOf" srcId="{D99DD72E-A416-4BDA-99F0-A253EB9582AD}" destId="{026D5470-5825-4420-ABC1-7D9420F8D847}" srcOrd="0" destOrd="0" presId="urn:microsoft.com/office/officeart/2005/8/layout/StepDownProcess"/>
    <dgm:cxn modelId="{2E9C9326-0706-499B-8966-A4DD6F666AB7}" srcId="{D99DD72E-A416-4BDA-99F0-A253EB9582AD}" destId="{BF3F8632-B8B5-4A8F-B40D-F157E9AB4A21}" srcOrd="0" destOrd="0" parTransId="{9AA3CB9C-76C6-4284-A081-EF43E6AF3443}" sibTransId="{FEC6DD15-152F-49C3-8304-28EE3E2FFB79}"/>
    <dgm:cxn modelId="{9C38F865-5912-4DC7-9B9D-5C6DB117127D}" srcId="{9C2A2F4F-8926-4D14-A65E-DBBF08BCA4B3}" destId="{D99DD72E-A416-4BDA-99F0-A253EB9582AD}" srcOrd="1" destOrd="0" parTransId="{5B826D20-D29A-4917-9CCB-37D6DAD1B796}" sibTransId="{BB01EB21-4284-4323-A076-2E468F0C06BB}"/>
    <dgm:cxn modelId="{8B01EF47-9B33-40B9-A37A-6BC9F860ACD0}" type="presOf" srcId="{E6D01CF8-CD55-4968-9C3D-B5BB654747BC}" destId="{002037F3-D24B-4A62-8F4D-F62D7F3F24BC}" srcOrd="0" destOrd="1" presId="urn:microsoft.com/office/officeart/2005/8/layout/StepDownProcess"/>
    <dgm:cxn modelId="{FB2A6D49-88C8-4355-9374-561CF2534E22}" srcId="{4626DF9A-3057-439C-AE57-ADA69AC23F61}" destId="{3E7B7D2B-E97E-4F36-B869-CD6E074E0C14}" srcOrd="0" destOrd="0" parTransId="{18F216F2-4888-4721-9F4F-CB7FCB8C5357}" sibTransId="{CA85BC34-0709-4252-84D5-612CE6545EA2}"/>
    <dgm:cxn modelId="{B946EA4C-2A44-4776-B16F-226D86D3FEEB}" type="presOf" srcId="{E1240CE8-8264-4099-895A-8098DEFE5336}" destId="{727D5187-AE0A-41DC-87B3-274D937D0146}" srcOrd="0" destOrd="3" presId="urn:microsoft.com/office/officeart/2005/8/layout/StepDownProcess"/>
    <dgm:cxn modelId="{B10FDD77-FDD7-41C9-95EF-9552F95CA86C}" type="presOf" srcId="{4FD4FC2F-2AF0-4FC4-A800-C24D071CE1CC}" destId="{07BA3686-6C5F-4752-925D-42AB86237B0D}" srcOrd="0" destOrd="0" presId="urn:microsoft.com/office/officeart/2005/8/layout/StepDownProcess"/>
    <dgm:cxn modelId="{0FB1848C-B219-4E47-A654-CCE2DD7BE554}" type="presOf" srcId="{4626DF9A-3057-439C-AE57-ADA69AC23F61}" destId="{09E83E92-409A-41D5-8E4F-A2B065EC01DC}" srcOrd="0" destOrd="0" presId="urn:microsoft.com/office/officeart/2005/8/layout/StepDownProcess"/>
    <dgm:cxn modelId="{C6B38495-4E15-4529-BD06-44A54E9A0A74}" type="presOf" srcId="{BF3F8632-B8B5-4A8F-B40D-F157E9AB4A21}" destId="{002037F3-D24B-4A62-8F4D-F62D7F3F24BC}" srcOrd="0" destOrd="0" presId="urn:microsoft.com/office/officeart/2005/8/layout/StepDownProcess"/>
    <dgm:cxn modelId="{31AAE0A0-4009-43EF-ABCD-9C7DBBA2E071}" srcId="{4FD4FC2F-2AF0-4FC4-A800-C24D071CE1CC}" destId="{132AA97F-C7C1-48A4-AF75-2BF2BE6716CC}" srcOrd="0" destOrd="0" parTransId="{329C5D3D-EDD1-439B-B1B8-4880A6A55236}" sibTransId="{A47A8882-C47A-4F12-8302-EC456F4BDA62}"/>
    <dgm:cxn modelId="{098017AE-A34D-4AD2-A8D7-4DCA49FB7620}" srcId="{9C2A2F4F-8926-4D14-A65E-DBBF08BCA4B3}" destId="{4FD4FC2F-2AF0-4FC4-A800-C24D071CE1CC}" srcOrd="2" destOrd="0" parTransId="{C80CBF4F-95C3-4DC5-A0DC-BE295335278C}" sibTransId="{6F14B050-34C1-483A-A423-431249B27D84}"/>
    <dgm:cxn modelId="{F750AFB0-DB6A-4AF1-BB00-44FEA4F106D9}" srcId="{4626DF9A-3057-439C-AE57-ADA69AC23F61}" destId="{E1240CE8-8264-4099-895A-8098DEFE5336}" srcOrd="3" destOrd="0" parTransId="{2326BA8A-40FF-4FD8-ABDB-16EA71D0C8FF}" sibTransId="{A82F7610-5842-45BA-899F-B5A11E833EFB}"/>
    <dgm:cxn modelId="{58D736B5-3AAC-4788-8F27-C0AF1DABDFFF}" type="presOf" srcId="{E67054A7-463A-4159-9827-E302DC78488C}" destId="{727D5187-AE0A-41DC-87B3-274D937D0146}" srcOrd="0" destOrd="2" presId="urn:microsoft.com/office/officeart/2005/8/layout/StepDownProcess"/>
    <dgm:cxn modelId="{5AF408BE-E95C-4E5A-90B6-2F92020494A5}" srcId="{4626DF9A-3057-439C-AE57-ADA69AC23F61}" destId="{E82732D3-C300-46DD-A08A-F2EDB4725117}" srcOrd="1" destOrd="0" parTransId="{BB9B1028-CB6F-435F-951F-0952ABCEC92B}" sibTransId="{80D8590B-D289-4D77-8820-24B35512C6E7}"/>
    <dgm:cxn modelId="{6FDE15C1-FBB2-4057-8E9B-99E4B7A1095E}" type="presOf" srcId="{9C2A2F4F-8926-4D14-A65E-DBBF08BCA4B3}" destId="{4881D8C2-0396-4962-897B-47A4BA381CA8}" srcOrd="0" destOrd="0" presId="urn:microsoft.com/office/officeart/2005/8/layout/StepDownProcess"/>
    <dgm:cxn modelId="{055F8BCA-76E1-4594-B4CC-FE45B71D7E5A}" type="presOf" srcId="{7CC1327E-B183-4059-852D-4B9BA1948884}" destId="{002037F3-D24B-4A62-8F4D-F62D7F3F24BC}" srcOrd="0" destOrd="2" presId="urn:microsoft.com/office/officeart/2005/8/layout/StepDownProcess"/>
    <dgm:cxn modelId="{88D72CCF-0FC9-42A2-ADC3-002439481A3A}" srcId="{D99DD72E-A416-4BDA-99F0-A253EB9582AD}" destId="{D40C59BA-2F67-4133-B29E-ED84F5E0FDB5}" srcOrd="3" destOrd="0" parTransId="{B341FA7E-0D0E-4A5E-8A76-2A34F56E8DCA}" sibTransId="{3006DF8F-099D-42DA-AF6E-39E4C86023EB}"/>
    <dgm:cxn modelId="{3CB580D7-8185-46B5-9457-C3DF59A4AB63}" srcId="{9C2A2F4F-8926-4D14-A65E-DBBF08BCA4B3}" destId="{4626DF9A-3057-439C-AE57-ADA69AC23F61}" srcOrd="0" destOrd="0" parTransId="{5B57E493-B55D-4C52-8081-B5EC2A2B54F9}" sibTransId="{CF886A9B-D7F3-4455-B6AE-78403D1240EE}"/>
    <dgm:cxn modelId="{AF4A1DDF-18AD-4AAB-A6E4-0695347B603C}" srcId="{D99DD72E-A416-4BDA-99F0-A253EB9582AD}" destId="{E6D01CF8-CD55-4968-9C3D-B5BB654747BC}" srcOrd="1" destOrd="0" parTransId="{12593451-B702-4C40-A7EF-082E469AFB80}" sibTransId="{B55C94D8-3F23-45B4-9D68-33EDAC7A1B11}"/>
    <dgm:cxn modelId="{8929CBFD-4C1E-4F9D-A930-F78FDDEC282E}" type="presOf" srcId="{132AA97F-C7C1-48A4-AF75-2BF2BE6716CC}" destId="{81A51BBB-E42F-4858-BCE8-7D030242B87A}" srcOrd="0" destOrd="0" presId="urn:microsoft.com/office/officeart/2005/8/layout/StepDownProcess"/>
    <dgm:cxn modelId="{974C48FF-4640-4D11-94E2-15678E99B3F3}" srcId="{D99DD72E-A416-4BDA-99F0-A253EB9582AD}" destId="{7CC1327E-B183-4059-852D-4B9BA1948884}" srcOrd="2" destOrd="0" parTransId="{5B0390E4-CB0B-4BCC-81BF-B82A902EF618}" sibTransId="{5513119E-F255-478C-AE5C-0FF440A8C2B2}"/>
    <dgm:cxn modelId="{D3714641-EF16-4095-B467-B202728A97F3}" type="presParOf" srcId="{4881D8C2-0396-4962-897B-47A4BA381CA8}" destId="{41B249DC-DB7B-4F0B-9C74-1733F006B8FD}" srcOrd="0" destOrd="0" presId="urn:microsoft.com/office/officeart/2005/8/layout/StepDownProcess"/>
    <dgm:cxn modelId="{5D1BD426-C563-432F-9025-B6E2B77CBF03}" type="presParOf" srcId="{41B249DC-DB7B-4F0B-9C74-1733F006B8FD}" destId="{2ABFD0E2-8ED2-4F64-802E-8E6E49DE4DC2}" srcOrd="0" destOrd="0" presId="urn:microsoft.com/office/officeart/2005/8/layout/StepDownProcess"/>
    <dgm:cxn modelId="{2413098B-1427-4F75-BF0B-2B6CD9ECC04D}" type="presParOf" srcId="{41B249DC-DB7B-4F0B-9C74-1733F006B8FD}" destId="{09E83E92-409A-41D5-8E4F-A2B065EC01DC}" srcOrd="1" destOrd="0" presId="urn:microsoft.com/office/officeart/2005/8/layout/StepDownProcess"/>
    <dgm:cxn modelId="{1794AE23-2DD5-4025-A19C-4C58232C292B}" type="presParOf" srcId="{41B249DC-DB7B-4F0B-9C74-1733F006B8FD}" destId="{727D5187-AE0A-41DC-87B3-274D937D0146}" srcOrd="2" destOrd="0" presId="urn:microsoft.com/office/officeart/2005/8/layout/StepDownProcess"/>
    <dgm:cxn modelId="{0BD9826C-A46D-41A2-B561-1272107956A1}" type="presParOf" srcId="{4881D8C2-0396-4962-897B-47A4BA381CA8}" destId="{C98982CC-1F03-40EB-8BC7-E76E742499C0}" srcOrd="1" destOrd="0" presId="urn:microsoft.com/office/officeart/2005/8/layout/StepDownProcess"/>
    <dgm:cxn modelId="{E9CD8DC1-CE65-4C00-9166-F03C17716DAA}" type="presParOf" srcId="{4881D8C2-0396-4962-897B-47A4BA381CA8}" destId="{16978878-DB6B-4149-8838-AFB480EA643F}" srcOrd="2" destOrd="0" presId="urn:microsoft.com/office/officeart/2005/8/layout/StepDownProcess"/>
    <dgm:cxn modelId="{AC457A4D-2418-4CAD-B19C-BD3B0FF04DEA}" type="presParOf" srcId="{16978878-DB6B-4149-8838-AFB480EA643F}" destId="{C1204A90-566D-407C-930F-B4AE273653A3}" srcOrd="0" destOrd="0" presId="urn:microsoft.com/office/officeart/2005/8/layout/StepDownProcess"/>
    <dgm:cxn modelId="{635261B2-C302-4F12-8F5D-68EBC2AC4B71}" type="presParOf" srcId="{16978878-DB6B-4149-8838-AFB480EA643F}" destId="{026D5470-5825-4420-ABC1-7D9420F8D847}" srcOrd="1" destOrd="0" presId="urn:microsoft.com/office/officeart/2005/8/layout/StepDownProcess"/>
    <dgm:cxn modelId="{6C10D32C-B899-4CD4-81F4-BB5E7AF1B31F}" type="presParOf" srcId="{16978878-DB6B-4149-8838-AFB480EA643F}" destId="{002037F3-D24B-4A62-8F4D-F62D7F3F24BC}" srcOrd="2" destOrd="0" presId="urn:microsoft.com/office/officeart/2005/8/layout/StepDownProcess"/>
    <dgm:cxn modelId="{DFEBA016-76A5-446B-913E-3C2689B63202}" type="presParOf" srcId="{4881D8C2-0396-4962-897B-47A4BA381CA8}" destId="{9580E54B-3E07-4C59-A7C1-FBC8DB5CA4AC}" srcOrd="3" destOrd="0" presId="urn:microsoft.com/office/officeart/2005/8/layout/StepDownProcess"/>
    <dgm:cxn modelId="{7066AE5F-9FB3-452F-AD5A-167C2487FC5D}" type="presParOf" srcId="{4881D8C2-0396-4962-897B-47A4BA381CA8}" destId="{65829B95-2EFF-449E-808C-08C520AF6EA2}" srcOrd="4" destOrd="0" presId="urn:microsoft.com/office/officeart/2005/8/layout/StepDownProcess"/>
    <dgm:cxn modelId="{67DFB7C0-9E3E-4C17-AFD8-49F4AF32E26C}" type="presParOf" srcId="{65829B95-2EFF-449E-808C-08C520AF6EA2}" destId="{07BA3686-6C5F-4752-925D-42AB86237B0D}" srcOrd="0" destOrd="0" presId="urn:microsoft.com/office/officeart/2005/8/layout/StepDownProcess"/>
    <dgm:cxn modelId="{DABAD2F7-8ABB-44C9-B635-4707225E3642}" type="presParOf" srcId="{65829B95-2EFF-449E-808C-08C520AF6EA2}" destId="{81A51BBB-E42F-4858-BCE8-7D030242B87A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2A2F4F-8926-4D14-A65E-DBBF08BCA4B3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4626DF9A-3057-439C-AE57-ADA69AC23F61}">
      <dgm:prSet phldrT="[Text]"/>
      <dgm:spPr/>
      <dgm:t>
        <a:bodyPr/>
        <a:lstStyle/>
        <a:p>
          <a:pPr>
            <a:buNone/>
          </a:pPr>
          <a:r>
            <a:rPr lang="en-US" b="1" i="1" dirty="0"/>
            <a:t>Perform optimization</a:t>
          </a:r>
          <a:endParaRPr lang="en-SG" dirty="0"/>
        </a:p>
      </dgm:t>
    </dgm:pt>
    <dgm:pt modelId="{5B57E493-B55D-4C52-8081-B5EC2A2B54F9}" type="parTrans" cxnId="{3CB580D7-8185-46B5-9457-C3DF59A4AB63}">
      <dgm:prSet/>
      <dgm:spPr/>
      <dgm:t>
        <a:bodyPr/>
        <a:lstStyle/>
        <a:p>
          <a:endParaRPr lang="en-SG"/>
        </a:p>
      </dgm:t>
    </dgm:pt>
    <dgm:pt modelId="{CF886A9B-D7F3-4455-B6AE-78403D1240EE}" type="sibTrans" cxnId="{3CB580D7-8185-46B5-9457-C3DF59A4AB63}">
      <dgm:prSet/>
      <dgm:spPr/>
      <dgm:t>
        <a:bodyPr/>
        <a:lstStyle/>
        <a:p>
          <a:endParaRPr lang="en-SG"/>
        </a:p>
      </dgm:t>
    </dgm:pt>
    <dgm:pt modelId="{3E7B7D2B-E97E-4F36-B869-CD6E074E0C1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Get customers for agent on this date</a:t>
          </a:r>
          <a:endParaRPr lang="en-SG" dirty="0"/>
        </a:p>
      </dgm:t>
    </dgm:pt>
    <dgm:pt modelId="{18F216F2-4888-4721-9F4F-CB7FCB8C5357}" type="parTrans" cxnId="{FB2A6D49-88C8-4355-9374-561CF2534E22}">
      <dgm:prSet/>
      <dgm:spPr/>
      <dgm:t>
        <a:bodyPr/>
        <a:lstStyle/>
        <a:p>
          <a:endParaRPr lang="en-SG"/>
        </a:p>
      </dgm:t>
    </dgm:pt>
    <dgm:pt modelId="{CA85BC34-0709-4252-84D5-612CE6545EA2}" type="sibTrans" cxnId="{FB2A6D49-88C8-4355-9374-561CF2534E22}">
      <dgm:prSet/>
      <dgm:spPr/>
      <dgm:t>
        <a:bodyPr/>
        <a:lstStyle/>
        <a:p>
          <a:endParaRPr lang="en-SG"/>
        </a:p>
      </dgm:t>
    </dgm:pt>
    <dgm:pt modelId="{D99DD72E-A416-4BDA-99F0-A253EB9582AD}">
      <dgm:prSet phldrT="[Text]"/>
      <dgm:spPr/>
      <dgm:t>
        <a:bodyPr/>
        <a:lstStyle/>
        <a:p>
          <a:pPr>
            <a:buNone/>
          </a:pPr>
          <a:r>
            <a:rPr lang="en-US" dirty="0"/>
            <a:t>Shortest route optimization</a:t>
          </a:r>
          <a:endParaRPr lang="en-SG" dirty="0"/>
        </a:p>
      </dgm:t>
    </dgm:pt>
    <dgm:pt modelId="{5B826D20-D29A-4917-9CCB-37D6DAD1B796}" type="parTrans" cxnId="{9C38F865-5912-4DC7-9B9D-5C6DB117127D}">
      <dgm:prSet/>
      <dgm:spPr/>
      <dgm:t>
        <a:bodyPr/>
        <a:lstStyle/>
        <a:p>
          <a:endParaRPr lang="en-SG"/>
        </a:p>
      </dgm:t>
    </dgm:pt>
    <dgm:pt modelId="{BB01EB21-4284-4323-A076-2E468F0C06BB}" type="sibTrans" cxnId="{9C38F865-5912-4DC7-9B9D-5C6DB117127D}">
      <dgm:prSet/>
      <dgm:spPr/>
      <dgm:t>
        <a:bodyPr/>
        <a:lstStyle/>
        <a:p>
          <a:endParaRPr lang="en-SG"/>
        </a:p>
      </dgm:t>
    </dgm:pt>
    <dgm:pt modelId="{BF3F8632-B8B5-4A8F-B40D-F157E9AB4A2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Uses "Nearest Neighbor" algorithm starting from Distribution Center</a:t>
          </a:r>
          <a:endParaRPr lang="en-SG" dirty="0"/>
        </a:p>
      </dgm:t>
    </dgm:pt>
    <dgm:pt modelId="{9AA3CB9C-76C6-4284-A081-EF43E6AF3443}" type="parTrans" cxnId="{2E9C9326-0706-499B-8966-A4DD6F666AB7}">
      <dgm:prSet/>
      <dgm:spPr/>
      <dgm:t>
        <a:bodyPr/>
        <a:lstStyle/>
        <a:p>
          <a:endParaRPr lang="en-SG"/>
        </a:p>
      </dgm:t>
    </dgm:pt>
    <dgm:pt modelId="{FEC6DD15-152F-49C3-8304-28EE3E2FFB79}" type="sibTrans" cxnId="{2E9C9326-0706-499B-8966-A4DD6F666AB7}">
      <dgm:prSet/>
      <dgm:spPr/>
      <dgm:t>
        <a:bodyPr/>
        <a:lstStyle/>
        <a:p>
          <a:endParaRPr lang="en-SG"/>
        </a:p>
      </dgm:t>
    </dgm:pt>
    <dgm:pt modelId="{4FD4FC2F-2AF0-4FC4-A800-C24D071CE1CC}">
      <dgm:prSet phldrT="[Text]"/>
      <dgm:spPr/>
      <dgm:t>
        <a:bodyPr/>
        <a:lstStyle/>
        <a:p>
          <a:pPr>
            <a:buNone/>
          </a:pPr>
          <a:r>
            <a:rPr lang="en-US" dirty="0"/>
            <a:t>Update Database</a:t>
          </a:r>
          <a:endParaRPr lang="en-SG" dirty="0"/>
        </a:p>
      </dgm:t>
    </dgm:pt>
    <dgm:pt modelId="{C80CBF4F-95C3-4DC5-A0DC-BE295335278C}" type="parTrans" cxnId="{098017AE-A34D-4AD2-A8D7-4DCA49FB7620}">
      <dgm:prSet/>
      <dgm:spPr/>
      <dgm:t>
        <a:bodyPr/>
        <a:lstStyle/>
        <a:p>
          <a:endParaRPr lang="en-SG"/>
        </a:p>
      </dgm:t>
    </dgm:pt>
    <dgm:pt modelId="{6F14B050-34C1-483A-A423-431249B27D84}" type="sibTrans" cxnId="{098017AE-A34D-4AD2-A8D7-4DCA49FB7620}">
      <dgm:prSet/>
      <dgm:spPr/>
      <dgm:t>
        <a:bodyPr/>
        <a:lstStyle/>
        <a:p>
          <a:endParaRPr lang="en-SG"/>
        </a:p>
      </dgm:t>
    </dgm:pt>
    <dgm:pt modelId="{132AA97F-C7C1-48A4-AF75-2BF2BE6716CC}">
      <dgm:prSet phldrT="[Text]" phldr="0" custT="1"/>
      <dgm:spPr/>
      <dgm:t>
        <a:bodyPr/>
        <a:lstStyle/>
        <a:p>
          <a:r>
            <a:rPr lang="en-SG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Update Stop no to existing table</a:t>
          </a:r>
        </a:p>
      </dgm:t>
    </dgm:pt>
    <dgm:pt modelId="{329C5D3D-EDD1-439B-B1B8-4880A6A55236}" type="parTrans" cxnId="{31AAE0A0-4009-43EF-ABCD-9C7DBBA2E071}">
      <dgm:prSet/>
      <dgm:spPr/>
      <dgm:t>
        <a:bodyPr/>
        <a:lstStyle/>
        <a:p>
          <a:endParaRPr lang="en-SG"/>
        </a:p>
      </dgm:t>
    </dgm:pt>
    <dgm:pt modelId="{A47A8882-C47A-4F12-8302-EC456F4BDA62}" type="sibTrans" cxnId="{31AAE0A0-4009-43EF-ABCD-9C7DBBA2E071}">
      <dgm:prSet/>
      <dgm:spPr/>
      <dgm:t>
        <a:bodyPr/>
        <a:lstStyle/>
        <a:p>
          <a:endParaRPr lang="en-SG"/>
        </a:p>
      </dgm:t>
    </dgm:pt>
    <dgm:pt modelId="{E82732D3-C300-46DD-A08A-F2EDB472511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Get (Lat/Long) for Customer</a:t>
          </a:r>
          <a:endParaRPr lang="en-SG" dirty="0"/>
        </a:p>
      </dgm:t>
    </dgm:pt>
    <dgm:pt modelId="{BB9B1028-CB6F-435F-951F-0952ABCEC92B}" type="parTrans" cxnId="{5AF408BE-E95C-4E5A-90B6-2F92020494A5}">
      <dgm:prSet/>
      <dgm:spPr/>
      <dgm:t>
        <a:bodyPr/>
        <a:lstStyle/>
        <a:p>
          <a:endParaRPr lang="en-SG"/>
        </a:p>
      </dgm:t>
    </dgm:pt>
    <dgm:pt modelId="{80D8590B-D289-4D77-8820-24B35512C6E7}" type="sibTrans" cxnId="{5AF408BE-E95C-4E5A-90B6-2F92020494A5}">
      <dgm:prSet/>
      <dgm:spPr/>
      <dgm:t>
        <a:bodyPr/>
        <a:lstStyle/>
        <a:p>
          <a:endParaRPr lang="en-SG"/>
        </a:p>
      </dgm:t>
    </dgm:pt>
    <dgm:pt modelId="{E67054A7-463A-4159-9827-E302DC78488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Separate: customers with coordinates vs. without</a:t>
          </a:r>
          <a:endParaRPr lang="en-SG" dirty="0"/>
        </a:p>
      </dgm:t>
    </dgm:pt>
    <dgm:pt modelId="{417986E3-DB13-4D23-A9E5-F417712336AA}" type="parTrans" cxnId="{F7D32D0A-1AC3-466E-8507-FD14A14C2044}">
      <dgm:prSet/>
      <dgm:spPr/>
      <dgm:t>
        <a:bodyPr/>
        <a:lstStyle/>
        <a:p>
          <a:endParaRPr lang="en-SG"/>
        </a:p>
      </dgm:t>
    </dgm:pt>
    <dgm:pt modelId="{412716E7-1D23-4196-A5B6-958BD706825E}" type="sibTrans" cxnId="{F7D32D0A-1AC3-466E-8507-FD14A14C2044}">
      <dgm:prSet/>
      <dgm:spPr/>
      <dgm:t>
        <a:bodyPr/>
        <a:lstStyle/>
        <a:p>
          <a:endParaRPr lang="en-SG"/>
        </a:p>
      </dgm:t>
    </dgm:pt>
    <dgm:pt modelId="{E1240CE8-8264-4099-895A-8098DEFE5336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Find prospects in the same barangay (geographic area) total 60 is reached</a:t>
          </a:r>
          <a:endParaRPr lang="en-SG" dirty="0"/>
        </a:p>
      </dgm:t>
    </dgm:pt>
    <dgm:pt modelId="{2326BA8A-40FF-4FD8-ABDB-16EA71D0C8FF}" type="parTrans" cxnId="{F750AFB0-DB6A-4AF1-BB00-44FEA4F106D9}">
      <dgm:prSet/>
      <dgm:spPr/>
      <dgm:t>
        <a:bodyPr/>
        <a:lstStyle/>
        <a:p>
          <a:endParaRPr lang="en-SG"/>
        </a:p>
      </dgm:t>
    </dgm:pt>
    <dgm:pt modelId="{A82F7610-5842-45BA-899F-B5A11E833EFB}" type="sibTrans" cxnId="{F750AFB0-DB6A-4AF1-BB00-44FEA4F106D9}">
      <dgm:prSet/>
      <dgm:spPr/>
      <dgm:t>
        <a:bodyPr/>
        <a:lstStyle/>
        <a:p>
          <a:endParaRPr lang="en-SG"/>
        </a:p>
      </dgm:t>
    </dgm:pt>
    <dgm:pt modelId="{E6D01CF8-CD55-4968-9C3D-B5BB654747B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Always go to the nearest unvisited customer next</a:t>
          </a:r>
          <a:endParaRPr lang="en-SG" dirty="0"/>
        </a:p>
      </dgm:t>
    </dgm:pt>
    <dgm:pt modelId="{12593451-B702-4C40-A7EF-082E469AFB80}" type="parTrans" cxnId="{AF4A1DDF-18AD-4AAB-A6E4-0695347B603C}">
      <dgm:prSet/>
      <dgm:spPr/>
      <dgm:t>
        <a:bodyPr/>
        <a:lstStyle/>
        <a:p>
          <a:endParaRPr lang="en-SG"/>
        </a:p>
      </dgm:t>
    </dgm:pt>
    <dgm:pt modelId="{B55C94D8-3F23-45B4-9D68-33EDAC7A1B11}" type="sibTrans" cxnId="{AF4A1DDF-18AD-4AAB-A6E4-0695347B603C}">
      <dgm:prSet/>
      <dgm:spPr/>
      <dgm:t>
        <a:bodyPr/>
        <a:lstStyle/>
        <a:p>
          <a:endParaRPr lang="en-SG"/>
        </a:p>
      </dgm:t>
    </dgm:pt>
    <dgm:pt modelId="{7CC1327E-B183-4059-852D-4B9BA194888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Assign Stop Nos: 1,2,… N</a:t>
          </a:r>
          <a:endParaRPr lang="en-SG" dirty="0"/>
        </a:p>
      </dgm:t>
    </dgm:pt>
    <dgm:pt modelId="{5B0390E4-CB0B-4BCC-81BF-B82A902EF618}" type="parTrans" cxnId="{974C48FF-4640-4D11-94E2-15678E99B3F3}">
      <dgm:prSet/>
      <dgm:spPr/>
      <dgm:t>
        <a:bodyPr/>
        <a:lstStyle/>
        <a:p>
          <a:endParaRPr lang="en-SG"/>
        </a:p>
      </dgm:t>
    </dgm:pt>
    <dgm:pt modelId="{5513119E-F255-478C-AE5C-0FF440A8C2B2}" type="sibTrans" cxnId="{974C48FF-4640-4D11-94E2-15678E99B3F3}">
      <dgm:prSet/>
      <dgm:spPr/>
      <dgm:t>
        <a:bodyPr/>
        <a:lstStyle/>
        <a:p>
          <a:endParaRPr lang="en-SG"/>
        </a:p>
      </dgm:t>
    </dgm:pt>
    <dgm:pt modelId="{D40C59BA-2F67-4133-B29E-ED84F5E0FDB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dirty="0"/>
            <a:t>Add Customers without coordinates as Stop No 100</a:t>
          </a:r>
        </a:p>
      </dgm:t>
    </dgm:pt>
    <dgm:pt modelId="{B341FA7E-0D0E-4A5E-8A76-2A34F56E8DCA}" type="parTrans" cxnId="{88D72CCF-0FC9-42A2-ADC3-002439481A3A}">
      <dgm:prSet/>
      <dgm:spPr/>
      <dgm:t>
        <a:bodyPr/>
        <a:lstStyle/>
        <a:p>
          <a:endParaRPr lang="en-SG"/>
        </a:p>
      </dgm:t>
    </dgm:pt>
    <dgm:pt modelId="{3006DF8F-099D-42DA-AF6E-39E4C86023EB}" type="sibTrans" cxnId="{88D72CCF-0FC9-42A2-ADC3-002439481A3A}">
      <dgm:prSet/>
      <dgm:spPr/>
      <dgm:t>
        <a:bodyPr/>
        <a:lstStyle/>
        <a:p>
          <a:endParaRPr lang="en-SG"/>
        </a:p>
      </dgm:t>
    </dgm:pt>
    <dgm:pt modelId="{4881D8C2-0396-4962-897B-47A4BA381CA8}" type="pres">
      <dgm:prSet presAssocID="{9C2A2F4F-8926-4D14-A65E-DBBF08BCA4B3}" presName="rootnode" presStyleCnt="0">
        <dgm:presLayoutVars>
          <dgm:chMax/>
          <dgm:chPref/>
          <dgm:dir/>
          <dgm:animLvl val="lvl"/>
        </dgm:presLayoutVars>
      </dgm:prSet>
      <dgm:spPr/>
    </dgm:pt>
    <dgm:pt modelId="{41B249DC-DB7B-4F0B-9C74-1733F006B8FD}" type="pres">
      <dgm:prSet presAssocID="{4626DF9A-3057-439C-AE57-ADA69AC23F61}" presName="composite" presStyleCnt="0"/>
      <dgm:spPr/>
    </dgm:pt>
    <dgm:pt modelId="{2ABFD0E2-8ED2-4F64-802E-8E6E49DE4DC2}" type="pres">
      <dgm:prSet presAssocID="{4626DF9A-3057-439C-AE57-ADA69AC23F61}" presName="bentUpArrow1" presStyleLbl="alignImgPlace1" presStyleIdx="0" presStyleCnt="2"/>
      <dgm:spPr/>
    </dgm:pt>
    <dgm:pt modelId="{09E83E92-409A-41D5-8E4F-A2B065EC01DC}" type="pres">
      <dgm:prSet presAssocID="{4626DF9A-3057-439C-AE57-ADA69AC23F61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727D5187-AE0A-41DC-87B3-274D937D0146}" type="pres">
      <dgm:prSet presAssocID="{4626DF9A-3057-439C-AE57-ADA69AC23F61}" presName="ChildText" presStyleLbl="revTx" presStyleIdx="0" presStyleCnt="3" custScaleX="225121" custScaleY="127146" custLinFactNeighborX="69272" custLinFactNeighborY="-890">
        <dgm:presLayoutVars>
          <dgm:chMax val="0"/>
          <dgm:chPref val="0"/>
          <dgm:bulletEnabled val="1"/>
        </dgm:presLayoutVars>
      </dgm:prSet>
      <dgm:spPr/>
    </dgm:pt>
    <dgm:pt modelId="{C98982CC-1F03-40EB-8BC7-E76E742499C0}" type="pres">
      <dgm:prSet presAssocID="{CF886A9B-D7F3-4455-B6AE-78403D1240EE}" presName="sibTrans" presStyleCnt="0"/>
      <dgm:spPr/>
    </dgm:pt>
    <dgm:pt modelId="{16978878-DB6B-4149-8838-AFB480EA643F}" type="pres">
      <dgm:prSet presAssocID="{D99DD72E-A416-4BDA-99F0-A253EB9582AD}" presName="composite" presStyleCnt="0"/>
      <dgm:spPr/>
    </dgm:pt>
    <dgm:pt modelId="{C1204A90-566D-407C-930F-B4AE273653A3}" type="pres">
      <dgm:prSet presAssocID="{D99DD72E-A416-4BDA-99F0-A253EB9582AD}" presName="bentUpArrow1" presStyleLbl="alignImgPlace1" presStyleIdx="1" presStyleCnt="2"/>
      <dgm:spPr/>
    </dgm:pt>
    <dgm:pt modelId="{026D5470-5825-4420-ABC1-7D9420F8D847}" type="pres">
      <dgm:prSet presAssocID="{D99DD72E-A416-4BDA-99F0-A253EB9582AD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002037F3-D24B-4A62-8F4D-F62D7F3F24BC}" type="pres">
      <dgm:prSet presAssocID="{D99DD72E-A416-4BDA-99F0-A253EB9582AD}" presName="ChildText" presStyleLbl="revTx" presStyleIdx="1" presStyleCnt="3" custScaleX="273288" custLinFactNeighborX="90053" custLinFactNeighborY="63">
        <dgm:presLayoutVars>
          <dgm:chMax val="0"/>
          <dgm:chPref val="0"/>
          <dgm:bulletEnabled val="1"/>
        </dgm:presLayoutVars>
      </dgm:prSet>
      <dgm:spPr/>
    </dgm:pt>
    <dgm:pt modelId="{9580E54B-3E07-4C59-A7C1-FBC8DB5CA4AC}" type="pres">
      <dgm:prSet presAssocID="{BB01EB21-4284-4323-A076-2E468F0C06BB}" presName="sibTrans" presStyleCnt="0"/>
      <dgm:spPr/>
    </dgm:pt>
    <dgm:pt modelId="{65829B95-2EFF-449E-808C-08C520AF6EA2}" type="pres">
      <dgm:prSet presAssocID="{4FD4FC2F-2AF0-4FC4-A800-C24D071CE1CC}" presName="composite" presStyleCnt="0"/>
      <dgm:spPr/>
    </dgm:pt>
    <dgm:pt modelId="{07BA3686-6C5F-4752-925D-42AB86237B0D}" type="pres">
      <dgm:prSet presAssocID="{4FD4FC2F-2AF0-4FC4-A800-C24D071CE1CC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81A51BBB-E42F-4858-BCE8-7D030242B87A}" type="pres">
      <dgm:prSet presAssocID="{4FD4FC2F-2AF0-4FC4-A800-C24D071CE1CC}" presName="Final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86A8DB06-04CF-4233-8AAC-8F5BF51DE38A}" type="presOf" srcId="{E82732D3-C300-46DD-A08A-F2EDB4725117}" destId="{727D5187-AE0A-41DC-87B3-274D937D0146}" srcOrd="0" destOrd="1" presId="urn:microsoft.com/office/officeart/2005/8/layout/StepDownProcess"/>
    <dgm:cxn modelId="{F7D32D0A-1AC3-466E-8507-FD14A14C2044}" srcId="{4626DF9A-3057-439C-AE57-ADA69AC23F61}" destId="{E67054A7-463A-4159-9827-E302DC78488C}" srcOrd="2" destOrd="0" parTransId="{417986E3-DB13-4D23-A9E5-F417712336AA}" sibTransId="{412716E7-1D23-4196-A5B6-958BD706825E}"/>
    <dgm:cxn modelId="{34CDB111-A056-41BF-B8A7-7A87B3CCD8E0}" type="presOf" srcId="{3E7B7D2B-E97E-4F36-B869-CD6E074E0C14}" destId="{727D5187-AE0A-41DC-87B3-274D937D0146}" srcOrd="0" destOrd="0" presId="urn:microsoft.com/office/officeart/2005/8/layout/StepDownProcess"/>
    <dgm:cxn modelId="{72D2EF1B-CC44-41B6-BB73-3EEC462D85F9}" type="presOf" srcId="{D40C59BA-2F67-4133-B29E-ED84F5E0FDB5}" destId="{002037F3-D24B-4A62-8F4D-F62D7F3F24BC}" srcOrd="0" destOrd="3" presId="urn:microsoft.com/office/officeart/2005/8/layout/StepDownProcess"/>
    <dgm:cxn modelId="{7302031C-F88F-48CC-ADA6-4669F1332D07}" type="presOf" srcId="{D99DD72E-A416-4BDA-99F0-A253EB9582AD}" destId="{026D5470-5825-4420-ABC1-7D9420F8D847}" srcOrd="0" destOrd="0" presId="urn:microsoft.com/office/officeart/2005/8/layout/StepDownProcess"/>
    <dgm:cxn modelId="{2E9C9326-0706-499B-8966-A4DD6F666AB7}" srcId="{D99DD72E-A416-4BDA-99F0-A253EB9582AD}" destId="{BF3F8632-B8B5-4A8F-B40D-F157E9AB4A21}" srcOrd="0" destOrd="0" parTransId="{9AA3CB9C-76C6-4284-A081-EF43E6AF3443}" sibTransId="{FEC6DD15-152F-49C3-8304-28EE3E2FFB79}"/>
    <dgm:cxn modelId="{9C38F865-5912-4DC7-9B9D-5C6DB117127D}" srcId="{9C2A2F4F-8926-4D14-A65E-DBBF08BCA4B3}" destId="{D99DD72E-A416-4BDA-99F0-A253EB9582AD}" srcOrd="1" destOrd="0" parTransId="{5B826D20-D29A-4917-9CCB-37D6DAD1B796}" sibTransId="{BB01EB21-4284-4323-A076-2E468F0C06BB}"/>
    <dgm:cxn modelId="{8B01EF47-9B33-40B9-A37A-6BC9F860ACD0}" type="presOf" srcId="{E6D01CF8-CD55-4968-9C3D-B5BB654747BC}" destId="{002037F3-D24B-4A62-8F4D-F62D7F3F24BC}" srcOrd="0" destOrd="1" presId="urn:microsoft.com/office/officeart/2005/8/layout/StepDownProcess"/>
    <dgm:cxn modelId="{FB2A6D49-88C8-4355-9374-561CF2534E22}" srcId="{4626DF9A-3057-439C-AE57-ADA69AC23F61}" destId="{3E7B7D2B-E97E-4F36-B869-CD6E074E0C14}" srcOrd="0" destOrd="0" parTransId="{18F216F2-4888-4721-9F4F-CB7FCB8C5357}" sibTransId="{CA85BC34-0709-4252-84D5-612CE6545EA2}"/>
    <dgm:cxn modelId="{B946EA4C-2A44-4776-B16F-226D86D3FEEB}" type="presOf" srcId="{E1240CE8-8264-4099-895A-8098DEFE5336}" destId="{727D5187-AE0A-41DC-87B3-274D937D0146}" srcOrd="0" destOrd="3" presId="urn:microsoft.com/office/officeart/2005/8/layout/StepDownProcess"/>
    <dgm:cxn modelId="{B10FDD77-FDD7-41C9-95EF-9552F95CA86C}" type="presOf" srcId="{4FD4FC2F-2AF0-4FC4-A800-C24D071CE1CC}" destId="{07BA3686-6C5F-4752-925D-42AB86237B0D}" srcOrd="0" destOrd="0" presId="urn:microsoft.com/office/officeart/2005/8/layout/StepDownProcess"/>
    <dgm:cxn modelId="{0FB1848C-B219-4E47-A654-CCE2DD7BE554}" type="presOf" srcId="{4626DF9A-3057-439C-AE57-ADA69AC23F61}" destId="{09E83E92-409A-41D5-8E4F-A2B065EC01DC}" srcOrd="0" destOrd="0" presId="urn:microsoft.com/office/officeart/2005/8/layout/StepDownProcess"/>
    <dgm:cxn modelId="{C6B38495-4E15-4529-BD06-44A54E9A0A74}" type="presOf" srcId="{BF3F8632-B8B5-4A8F-B40D-F157E9AB4A21}" destId="{002037F3-D24B-4A62-8F4D-F62D7F3F24BC}" srcOrd="0" destOrd="0" presId="urn:microsoft.com/office/officeart/2005/8/layout/StepDownProcess"/>
    <dgm:cxn modelId="{31AAE0A0-4009-43EF-ABCD-9C7DBBA2E071}" srcId="{4FD4FC2F-2AF0-4FC4-A800-C24D071CE1CC}" destId="{132AA97F-C7C1-48A4-AF75-2BF2BE6716CC}" srcOrd="0" destOrd="0" parTransId="{329C5D3D-EDD1-439B-B1B8-4880A6A55236}" sibTransId="{A47A8882-C47A-4F12-8302-EC456F4BDA62}"/>
    <dgm:cxn modelId="{098017AE-A34D-4AD2-A8D7-4DCA49FB7620}" srcId="{9C2A2F4F-8926-4D14-A65E-DBBF08BCA4B3}" destId="{4FD4FC2F-2AF0-4FC4-A800-C24D071CE1CC}" srcOrd="2" destOrd="0" parTransId="{C80CBF4F-95C3-4DC5-A0DC-BE295335278C}" sibTransId="{6F14B050-34C1-483A-A423-431249B27D84}"/>
    <dgm:cxn modelId="{F750AFB0-DB6A-4AF1-BB00-44FEA4F106D9}" srcId="{4626DF9A-3057-439C-AE57-ADA69AC23F61}" destId="{E1240CE8-8264-4099-895A-8098DEFE5336}" srcOrd="3" destOrd="0" parTransId="{2326BA8A-40FF-4FD8-ABDB-16EA71D0C8FF}" sibTransId="{A82F7610-5842-45BA-899F-B5A11E833EFB}"/>
    <dgm:cxn modelId="{58D736B5-3AAC-4788-8F27-C0AF1DABDFFF}" type="presOf" srcId="{E67054A7-463A-4159-9827-E302DC78488C}" destId="{727D5187-AE0A-41DC-87B3-274D937D0146}" srcOrd="0" destOrd="2" presId="urn:microsoft.com/office/officeart/2005/8/layout/StepDownProcess"/>
    <dgm:cxn modelId="{5AF408BE-E95C-4E5A-90B6-2F92020494A5}" srcId="{4626DF9A-3057-439C-AE57-ADA69AC23F61}" destId="{E82732D3-C300-46DD-A08A-F2EDB4725117}" srcOrd="1" destOrd="0" parTransId="{BB9B1028-CB6F-435F-951F-0952ABCEC92B}" sibTransId="{80D8590B-D289-4D77-8820-24B35512C6E7}"/>
    <dgm:cxn modelId="{6FDE15C1-FBB2-4057-8E9B-99E4B7A1095E}" type="presOf" srcId="{9C2A2F4F-8926-4D14-A65E-DBBF08BCA4B3}" destId="{4881D8C2-0396-4962-897B-47A4BA381CA8}" srcOrd="0" destOrd="0" presId="urn:microsoft.com/office/officeart/2005/8/layout/StepDownProcess"/>
    <dgm:cxn modelId="{055F8BCA-76E1-4594-B4CC-FE45B71D7E5A}" type="presOf" srcId="{7CC1327E-B183-4059-852D-4B9BA1948884}" destId="{002037F3-D24B-4A62-8F4D-F62D7F3F24BC}" srcOrd="0" destOrd="2" presId="urn:microsoft.com/office/officeart/2005/8/layout/StepDownProcess"/>
    <dgm:cxn modelId="{88D72CCF-0FC9-42A2-ADC3-002439481A3A}" srcId="{D99DD72E-A416-4BDA-99F0-A253EB9582AD}" destId="{D40C59BA-2F67-4133-B29E-ED84F5E0FDB5}" srcOrd="3" destOrd="0" parTransId="{B341FA7E-0D0E-4A5E-8A76-2A34F56E8DCA}" sibTransId="{3006DF8F-099D-42DA-AF6E-39E4C86023EB}"/>
    <dgm:cxn modelId="{3CB580D7-8185-46B5-9457-C3DF59A4AB63}" srcId="{9C2A2F4F-8926-4D14-A65E-DBBF08BCA4B3}" destId="{4626DF9A-3057-439C-AE57-ADA69AC23F61}" srcOrd="0" destOrd="0" parTransId="{5B57E493-B55D-4C52-8081-B5EC2A2B54F9}" sibTransId="{CF886A9B-D7F3-4455-B6AE-78403D1240EE}"/>
    <dgm:cxn modelId="{AF4A1DDF-18AD-4AAB-A6E4-0695347B603C}" srcId="{D99DD72E-A416-4BDA-99F0-A253EB9582AD}" destId="{E6D01CF8-CD55-4968-9C3D-B5BB654747BC}" srcOrd="1" destOrd="0" parTransId="{12593451-B702-4C40-A7EF-082E469AFB80}" sibTransId="{B55C94D8-3F23-45B4-9D68-33EDAC7A1B11}"/>
    <dgm:cxn modelId="{8929CBFD-4C1E-4F9D-A930-F78FDDEC282E}" type="presOf" srcId="{132AA97F-C7C1-48A4-AF75-2BF2BE6716CC}" destId="{81A51BBB-E42F-4858-BCE8-7D030242B87A}" srcOrd="0" destOrd="0" presId="urn:microsoft.com/office/officeart/2005/8/layout/StepDownProcess"/>
    <dgm:cxn modelId="{974C48FF-4640-4D11-94E2-15678E99B3F3}" srcId="{D99DD72E-A416-4BDA-99F0-A253EB9582AD}" destId="{7CC1327E-B183-4059-852D-4B9BA1948884}" srcOrd="2" destOrd="0" parTransId="{5B0390E4-CB0B-4BCC-81BF-B82A902EF618}" sibTransId="{5513119E-F255-478C-AE5C-0FF440A8C2B2}"/>
    <dgm:cxn modelId="{D3714641-EF16-4095-B467-B202728A97F3}" type="presParOf" srcId="{4881D8C2-0396-4962-897B-47A4BA381CA8}" destId="{41B249DC-DB7B-4F0B-9C74-1733F006B8FD}" srcOrd="0" destOrd="0" presId="urn:microsoft.com/office/officeart/2005/8/layout/StepDownProcess"/>
    <dgm:cxn modelId="{5D1BD426-C563-432F-9025-B6E2B77CBF03}" type="presParOf" srcId="{41B249DC-DB7B-4F0B-9C74-1733F006B8FD}" destId="{2ABFD0E2-8ED2-4F64-802E-8E6E49DE4DC2}" srcOrd="0" destOrd="0" presId="urn:microsoft.com/office/officeart/2005/8/layout/StepDownProcess"/>
    <dgm:cxn modelId="{2413098B-1427-4F75-BF0B-2B6CD9ECC04D}" type="presParOf" srcId="{41B249DC-DB7B-4F0B-9C74-1733F006B8FD}" destId="{09E83E92-409A-41D5-8E4F-A2B065EC01DC}" srcOrd="1" destOrd="0" presId="urn:microsoft.com/office/officeart/2005/8/layout/StepDownProcess"/>
    <dgm:cxn modelId="{1794AE23-2DD5-4025-A19C-4C58232C292B}" type="presParOf" srcId="{41B249DC-DB7B-4F0B-9C74-1733F006B8FD}" destId="{727D5187-AE0A-41DC-87B3-274D937D0146}" srcOrd="2" destOrd="0" presId="urn:microsoft.com/office/officeart/2005/8/layout/StepDownProcess"/>
    <dgm:cxn modelId="{0BD9826C-A46D-41A2-B561-1272107956A1}" type="presParOf" srcId="{4881D8C2-0396-4962-897B-47A4BA381CA8}" destId="{C98982CC-1F03-40EB-8BC7-E76E742499C0}" srcOrd="1" destOrd="0" presId="urn:microsoft.com/office/officeart/2005/8/layout/StepDownProcess"/>
    <dgm:cxn modelId="{E9CD8DC1-CE65-4C00-9166-F03C17716DAA}" type="presParOf" srcId="{4881D8C2-0396-4962-897B-47A4BA381CA8}" destId="{16978878-DB6B-4149-8838-AFB480EA643F}" srcOrd="2" destOrd="0" presId="urn:microsoft.com/office/officeart/2005/8/layout/StepDownProcess"/>
    <dgm:cxn modelId="{AC457A4D-2418-4CAD-B19C-BD3B0FF04DEA}" type="presParOf" srcId="{16978878-DB6B-4149-8838-AFB480EA643F}" destId="{C1204A90-566D-407C-930F-B4AE273653A3}" srcOrd="0" destOrd="0" presId="urn:microsoft.com/office/officeart/2005/8/layout/StepDownProcess"/>
    <dgm:cxn modelId="{635261B2-C302-4F12-8F5D-68EBC2AC4B71}" type="presParOf" srcId="{16978878-DB6B-4149-8838-AFB480EA643F}" destId="{026D5470-5825-4420-ABC1-7D9420F8D847}" srcOrd="1" destOrd="0" presId="urn:microsoft.com/office/officeart/2005/8/layout/StepDownProcess"/>
    <dgm:cxn modelId="{6C10D32C-B899-4CD4-81F4-BB5E7AF1B31F}" type="presParOf" srcId="{16978878-DB6B-4149-8838-AFB480EA643F}" destId="{002037F3-D24B-4A62-8F4D-F62D7F3F24BC}" srcOrd="2" destOrd="0" presId="urn:microsoft.com/office/officeart/2005/8/layout/StepDownProcess"/>
    <dgm:cxn modelId="{DFEBA016-76A5-446B-913E-3C2689B63202}" type="presParOf" srcId="{4881D8C2-0396-4962-897B-47A4BA381CA8}" destId="{9580E54B-3E07-4C59-A7C1-FBC8DB5CA4AC}" srcOrd="3" destOrd="0" presId="urn:microsoft.com/office/officeart/2005/8/layout/StepDownProcess"/>
    <dgm:cxn modelId="{7066AE5F-9FB3-452F-AD5A-167C2487FC5D}" type="presParOf" srcId="{4881D8C2-0396-4962-897B-47A4BA381CA8}" destId="{65829B95-2EFF-449E-808C-08C520AF6EA2}" srcOrd="4" destOrd="0" presId="urn:microsoft.com/office/officeart/2005/8/layout/StepDownProcess"/>
    <dgm:cxn modelId="{67DFB7C0-9E3E-4C17-AFD8-49F4AF32E26C}" type="presParOf" srcId="{65829B95-2EFF-449E-808C-08C520AF6EA2}" destId="{07BA3686-6C5F-4752-925D-42AB86237B0D}" srcOrd="0" destOrd="0" presId="urn:microsoft.com/office/officeart/2005/8/layout/StepDownProcess"/>
    <dgm:cxn modelId="{DABAD2F7-8ABB-44C9-B635-4707225E3642}" type="presParOf" srcId="{65829B95-2EFF-449E-808C-08C520AF6EA2}" destId="{81A51BBB-E42F-4858-BCE8-7D030242B87A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C2A2F4F-8926-4D14-A65E-DBBF08BCA4B3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4626DF9A-3057-439C-AE57-ADA69AC23F61}">
      <dgm:prSet phldrT="[Text]"/>
      <dgm:spPr/>
      <dgm:t>
        <a:bodyPr/>
        <a:lstStyle/>
        <a:p>
          <a:pPr>
            <a:buNone/>
          </a:pPr>
          <a:r>
            <a:rPr lang="en-US" b="1" i="1" dirty="0"/>
            <a:t>Perform optimization</a:t>
          </a:r>
          <a:endParaRPr lang="en-SG" dirty="0"/>
        </a:p>
      </dgm:t>
    </dgm:pt>
    <dgm:pt modelId="{5B57E493-B55D-4C52-8081-B5EC2A2B54F9}" type="parTrans" cxnId="{3CB580D7-8185-46B5-9457-C3DF59A4AB63}">
      <dgm:prSet/>
      <dgm:spPr/>
      <dgm:t>
        <a:bodyPr/>
        <a:lstStyle/>
        <a:p>
          <a:endParaRPr lang="en-SG"/>
        </a:p>
      </dgm:t>
    </dgm:pt>
    <dgm:pt modelId="{CF886A9B-D7F3-4455-B6AE-78403D1240EE}" type="sibTrans" cxnId="{3CB580D7-8185-46B5-9457-C3DF59A4AB63}">
      <dgm:prSet/>
      <dgm:spPr/>
      <dgm:t>
        <a:bodyPr/>
        <a:lstStyle/>
        <a:p>
          <a:endParaRPr lang="en-SG"/>
        </a:p>
      </dgm:t>
    </dgm:pt>
    <dgm:pt modelId="{3E7B7D2B-E97E-4F36-B869-CD6E074E0C1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Get customers for agent on this date</a:t>
          </a:r>
          <a:endParaRPr lang="en-SG" dirty="0"/>
        </a:p>
      </dgm:t>
    </dgm:pt>
    <dgm:pt modelId="{18F216F2-4888-4721-9F4F-CB7FCB8C5357}" type="parTrans" cxnId="{FB2A6D49-88C8-4355-9374-561CF2534E22}">
      <dgm:prSet/>
      <dgm:spPr/>
      <dgm:t>
        <a:bodyPr/>
        <a:lstStyle/>
        <a:p>
          <a:endParaRPr lang="en-SG"/>
        </a:p>
      </dgm:t>
    </dgm:pt>
    <dgm:pt modelId="{CA85BC34-0709-4252-84D5-612CE6545EA2}" type="sibTrans" cxnId="{FB2A6D49-88C8-4355-9374-561CF2534E22}">
      <dgm:prSet/>
      <dgm:spPr/>
      <dgm:t>
        <a:bodyPr/>
        <a:lstStyle/>
        <a:p>
          <a:endParaRPr lang="en-SG"/>
        </a:p>
      </dgm:t>
    </dgm:pt>
    <dgm:pt modelId="{D99DD72E-A416-4BDA-99F0-A253EB9582AD}">
      <dgm:prSet phldrT="[Text]"/>
      <dgm:spPr/>
      <dgm:t>
        <a:bodyPr/>
        <a:lstStyle/>
        <a:p>
          <a:pPr>
            <a:buNone/>
          </a:pPr>
          <a:r>
            <a:rPr lang="en-US" dirty="0"/>
            <a:t>Shortest route optimization</a:t>
          </a:r>
          <a:endParaRPr lang="en-SG" dirty="0"/>
        </a:p>
      </dgm:t>
    </dgm:pt>
    <dgm:pt modelId="{5B826D20-D29A-4917-9CCB-37D6DAD1B796}" type="parTrans" cxnId="{9C38F865-5912-4DC7-9B9D-5C6DB117127D}">
      <dgm:prSet/>
      <dgm:spPr/>
      <dgm:t>
        <a:bodyPr/>
        <a:lstStyle/>
        <a:p>
          <a:endParaRPr lang="en-SG"/>
        </a:p>
      </dgm:t>
    </dgm:pt>
    <dgm:pt modelId="{BB01EB21-4284-4323-A076-2E468F0C06BB}" type="sibTrans" cxnId="{9C38F865-5912-4DC7-9B9D-5C6DB117127D}">
      <dgm:prSet/>
      <dgm:spPr/>
      <dgm:t>
        <a:bodyPr/>
        <a:lstStyle/>
        <a:p>
          <a:endParaRPr lang="en-SG"/>
        </a:p>
      </dgm:t>
    </dgm:pt>
    <dgm:pt modelId="{BF3F8632-B8B5-4A8F-B40D-F157E9AB4A2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Uses "Nearest Neighbor" algorithm starting from Distribution Center</a:t>
          </a:r>
          <a:endParaRPr lang="en-SG" dirty="0"/>
        </a:p>
      </dgm:t>
    </dgm:pt>
    <dgm:pt modelId="{9AA3CB9C-76C6-4284-A081-EF43E6AF3443}" type="parTrans" cxnId="{2E9C9326-0706-499B-8966-A4DD6F666AB7}">
      <dgm:prSet/>
      <dgm:spPr/>
      <dgm:t>
        <a:bodyPr/>
        <a:lstStyle/>
        <a:p>
          <a:endParaRPr lang="en-SG"/>
        </a:p>
      </dgm:t>
    </dgm:pt>
    <dgm:pt modelId="{FEC6DD15-152F-49C3-8304-28EE3E2FFB79}" type="sibTrans" cxnId="{2E9C9326-0706-499B-8966-A4DD6F666AB7}">
      <dgm:prSet/>
      <dgm:spPr/>
      <dgm:t>
        <a:bodyPr/>
        <a:lstStyle/>
        <a:p>
          <a:endParaRPr lang="en-SG"/>
        </a:p>
      </dgm:t>
    </dgm:pt>
    <dgm:pt modelId="{4FD4FC2F-2AF0-4FC4-A800-C24D071CE1CC}">
      <dgm:prSet phldrT="[Text]"/>
      <dgm:spPr/>
      <dgm:t>
        <a:bodyPr/>
        <a:lstStyle/>
        <a:p>
          <a:pPr>
            <a:buNone/>
          </a:pPr>
          <a:r>
            <a:rPr lang="en-US" dirty="0"/>
            <a:t>Update Database</a:t>
          </a:r>
          <a:endParaRPr lang="en-SG" dirty="0"/>
        </a:p>
      </dgm:t>
    </dgm:pt>
    <dgm:pt modelId="{C80CBF4F-95C3-4DC5-A0DC-BE295335278C}" type="parTrans" cxnId="{098017AE-A34D-4AD2-A8D7-4DCA49FB7620}">
      <dgm:prSet/>
      <dgm:spPr/>
      <dgm:t>
        <a:bodyPr/>
        <a:lstStyle/>
        <a:p>
          <a:endParaRPr lang="en-SG"/>
        </a:p>
      </dgm:t>
    </dgm:pt>
    <dgm:pt modelId="{6F14B050-34C1-483A-A423-431249B27D84}" type="sibTrans" cxnId="{098017AE-A34D-4AD2-A8D7-4DCA49FB7620}">
      <dgm:prSet/>
      <dgm:spPr/>
      <dgm:t>
        <a:bodyPr/>
        <a:lstStyle/>
        <a:p>
          <a:endParaRPr lang="en-SG"/>
        </a:p>
      </dgm:t>
    </dgm:pt>
    <dgm:pt modelId="{132AA97F-C7C1-48A4-AF75-2BF2BE6716CC}">
      <dgm:prSet phldrT="[Text]" phldr="0" custT="1"/>
      <dgm:spPr/>
      <dgm:t>
        <a:bodyPr/>
        <a:lstStyle/>
        <a:p>
          <a:r>
            <a:rPr lang="en-SG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Update Stop no to existing table</a:t>
          </a:r>
        </a:p>
      </dgm:t>
    </dgm:pt>
    <dgm:pt modelId="{329C5D3D-EDD1-439B-B1B8-4880A6A55236}" type="parTrans" cxnId="{31AAE0A0-4009-43EF-ABCD-9C7DBBA2E071}">
      <dgm:prSet/>
      <dgm:spPr/>
      <dgm:t>
        <a:bodyPr/>
        <a:lstStyle/>
        <a:p>
          <a:endParaRPr lang="en-SG"/>
        </a:p>
      </dgm:t>
    </dgm:pt>
    <dgm:pt modelId="{A47A8882-C47A-4F12-8302-EC456F4BDA62}" type="sibTrans" cxnId="{31AAE0A0-4009-43EF-ABCD-9C7DBBA2E071}">
      <dgm:prSet/>
      <dgm:spPr/>
      <dgm:t>
        <a:bodyPr/>
        <a:lstStyle/>
        <a:p>
          <a:endParaRPr lang="en-SG"/>
        </a:p>
      </dgm:t>
    </dgm:pt>
    <dgm:pt modelId="{E82732D3-C300-46DD-A08A-F2EDB472511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Get (Lat/Long) for Customer</a:t>
          </a:r>
          <a:endParaRPr lang="en-SG" dirty="0"/>
        </a:p>
      </dgm:t>
    </dgm:pt>
    <dgm:pt modelId="{BB9B1028-CB6F-435F-951F-0952ABCEC92B}" type="parTrans" cxnId="{5AF408BE-E95C-4E5A-90B6-2F92020494A5}">
      <dgm:prSet/>
      <dgm:spPr/>
      <dgm:t>
        <a:bodyPr/>
        <a:lstStyle/>
        <a:p>
          <a:endParaRPr lang="en-SG"/>
        </a:p>
      </dgm:t>
    </dgm:pt>
    <dgm:pt modelId="{80D8590B-D289-4D77-8820-24B35512C6E7}" type="sibTrans" cxnId="{5AF408BE-E95C-4E5A-90B6-2F92020494A5}">
      <dgm:prSet/>
      <dgm:spPr/>
      <dgm:t>
        <a:bodyPr/>
        <a:lstStyle/>
        <a:p>
          <a:endParaRPr lang="en-SG"/>
        </a:p>
      </dgm:t>
    </dgm:pt>
    <dgm:pt modelId="{E67054A7-463A-4159-9827-E302DC78488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Separate: customers with coordinates vs. without</a:t>
          </a:r>
          <a:endParaRPr lang="en-SG" dirty="0"/>
        </a:p>
      </dgm:t>
    </dgm:pt>
    <dgm:pt modelId="{417986E3-DB13-4D23-A9E5-F417712336AA}" type="parTrans" cxnId="{F7D32D0A-1AC3-466E-8507-FD14A14C2044}">
      <dgm:prSet/>
      <dgm:spPr/>
      <dgm:t>
        <a:bodyPr/>
        <a:lstStyle/>
        <a:p>
          <a:endParaRPr lang="en-SG"/>
        </a:p>
      </dgm:t>
    </dgm:pt>
    <dgm:pt modelId="{412716E7-1D23-4196-A5B6-958BD706825E}" type="sibTrans" cxnId="{F7D32D0A-1AC3-466E-8507-FD14A14C2044}">
      <dgm:prSet/>
      <dgm:spPr/>
      <dgm:t>
        <a:bodyPr/>
        <a:lstStyle/>
        <a:p>
          <a:endParaRPr lang="en-SG"/>
        </a:p>
      </dgm:t>
    </dgm:pt>
    <dgm:pt modelId="{E1240CE8-8264-4099-895A-8098DEFE5336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Find prospects in the same barangay (geographic area) total 60 is reached</a:t>
          </a:r>
          <a:endParaRPr lang="en-SG" dirty="0"/>
        </a:p>
      </dgm:t>
    </dgm:pt>
    <dgm:pt modelId="{2326BA8A-40FF-4FD8-ABDB-16EA71D0C8FF}" type="parTrans" cxnId="{F750AFB0-DB6A-4AF1-BB00-44FEA4F106D9}">
      <dgm:prSet/>
      <dgm:spPr/>
      <dgm:t>
        <a:bodyPr/>
        <a:lstStyle/>
        <a:p>
          <a:endParaRPr lang="en-SG"/>
        </a:p>
      </dgm:t>
    </dgm:pt>
    <dgm:pt modelId="{A82F7610-5842-45BA-899F-B5A11E833EFB}" type="sibTrans" cxnId="{F750AFB0-DB6A-4AF1-BB00-44FEA4F106D9}">
      <dgm:prSet/>
      <dgm:spPr/>
      <dgm:t>
        <a:bodyPr/>
        <a:lstStyle/>
        <a:p>
          <a:endParaRPr lang="en-SG"/>
        </a:p>
      </dgm:t>
    </dgm:pt>
    <dgm:pt modelId="{E6D01CF8-CD55-4968-9C3D-B5BB654747B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Always go to the nearest unvisited customer next</a:t>
          </a:r>
          <a:endParaRPr lang="en-SG" dirty="0"/>
        </a:p>
      </dgm:t>
    </dgm:pt>
    <dgm:pt modelId="{12593451-B702-4C40-A7EF-082E469AFB80}" type="parTrans" cxnId="{AF4A1DDF-18AD-4AAB-A6E4-0695347B603C}">
      <dgm:prSet/>
      <dgm:spPr/>
      <dgm:t>
        <a:bodyPr/>
        <a:lstStyle/>
        <a:p>
          <a:endParaRPr lang="en-SG"/>
        </a:p>
      </dgm:t>
    </dgm:pt>
    <dgm:pt modelId="{B55C94D8-3F23-45B4-9D68-33EDAC7A1B11}" type="sibTrans" cxnId="{AF4A1DDF-18AD-4AAB-A6E4-0695347B603C}">
      <dgm:prSet/>
      <dgm:spPr/>
      <dgm:t>
        <a:bodyPr/>
        <a:lstStyle/>
        <a:p>
          <a:endParaRPr lang="en-SG"/>
        </a:p>
      </dgm:t>
    </dgm:pt>
    <dgm:pt modelId="{7CC1327E-B183-4059-852D-4B9BA194888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Assign Stop Nos: 1,2,… N</a:t>
          </a:r>
          <a:endParaRPr lang="en-SG" dirty="0"/>
        </a:p>
      </dgm:t>
    </dgm:pt>
    <dgm:pt modelId="{5B0390E4-CB0B-4BCC-81BF-B82A902EF618}" type="parTrans" cxnId="{974C48FF-4640-4D11-94E2-15678E99B3F3}">
      <dgm:prSet/>
      <dgm:spPr/>
      <dgm:t>
        <a:bodyPr/>
        <a:lstStyle/>
        <a:p>
          <a:endParaRPr lang="en-SG"/>
        </a:p>
      </dgm:t>
    </dgm:pt>
    <dgm:pt modelId="{5513119E-F255-478C-AE5C-0FF440A8C2B2}" type="sibTrans" cxnId="{974C48FF-4640-4D11-94E2-15678E99B3F3}">
      <dgm:prSet/>
      <dgm:spPr/>
      <dgm:t>
        <a:bodyPr/>
        <a:lstStyle/>
        <a:p>
          <a:endParaRPr lang="en-SG"/>
        </a:p>
      </dgm:t>
    </dgm:pt>
    <dgm:pt modelId="{D40C59BA-2F67-4133-B29E-ED84F5E0FDB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dirty="0"/>
            <a:t>Add Customers without coordinates as Stop No 100</a:t>
          </a:r>
        </a:p>
      </dgm:t>
    </dgm:pt>
    <dgm:pt modelId="{B341FA7E-0D0E-4A5E-8A76-2A34F56E8DCA}" type="parTrans" cxnId="{88D72CCF-0FC9-42A2-ADC3-002439481A3A}">
      <dgm:prSet/>
      <dgm:spPr/>
      <dgm:t>
        <a:bodyPr/>
        <a:lstStyle/>
        <a:p>
          <a:endParaRPr lang="en-SG"/>
        </a:p>
      </dgm:t>
    </dgm:pt>
    <dgm:pt modelId="{3006DF8F-099D-42DA-AF6E-39E4C86023EB}" type="sibTrans" cxnId="{88D72CCF-0FC9-42A2-ADC3-002439481A3A}">
      <dgm:prSet/>
      <dgm:spPr/>
      <dgm:t>
        <a:bodyPr/>
        <a:lstStyle/>
        <a:p>
          <a:endParaRPr lang="en-SG"/>
        </a:p>
      </dgm:t>
    </dgm:pt>
    <dgm:pt modelId="{4881D8C2-0396-4962-897B-47A4BA381CA8}" type="pres">
      <dgm:prSet presAssocID="{9C2A2F4F-8926-4D14-A65E-DBBF08BCA4B3}" presName="rootnode" presStyleCnt="0">
        <dgm:presLayoutVars>
          <dgm:chMax/>
          <dgm:chPref/>
          <dgm:dir/>
          <dgm:animLvl val="lvl"/>
        </dgm:presLayoutVars>
      </dgm:prSet>
      <dgm:spPr/>
    </dgm:pt>
    <dgm:pt modelId="{41B249DC-DB7B-4F0B-9C74-1733F006B8FD}" type="pres">
      <dgm:prSet presAssocID="{4626DF9A-3057-439C-AE57-ADA69AC23F61}" presName="composite" presStyleCnt="0"/>
      <dgm:spPr/>
    </dgm:pt>
    <dgm:pt modelId="{2ABFD0E2-8ED2-4F64-802E-8E6E49DE4DC2}" type="pres">
      <dgm:prSet presAssocID="{4626DF9A-3057-439C-AE57-ADA69AC23F61}" presName="bentUpArrow1" presStyleLbl="alignImgPlace1" presStyleIdx="0" presStyleCnt="2"/>
      <dgm:spPr/>
    </dgm:pt>
    <dgm:pt modelId="{09E83E92-409A-41D5-8E4F-A2B065EC01DC}" type="pres">
      <dgm:prSet presAssocID="{4626DF9A-3057-439C-AE57-ADA69AC23F61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727D5187-AE0A-41DC-87B3-274D937D0146}" type="pres">
      <dgm:prSet presAssocID="{4626DF9A-3057-439C-AE57-ADA69AC23F61}" presName="ChildText" presStyleLbl="revTx" presStyleIdx="0" presStyleCnt="3" custScaleX="225121" custScaleY="127146" custLinFactNeighborX="69272" custLinFactNeighborY="-890">
        <dgm:presLayoutVars>
          <dgm:chMax val="0"/>
          <dgm:chPref val="0"/>
          <dgm:bulletEnabled val="1"/>
        </dgm:presLayoutVars>
      </dgm:prSet>
      <dgm:spPr/>
    </dgm:pt>
    <dgm:pt modelId="{C98982CC-1F03-40EB-8BC7-E76E742499C0}" type="pres">
      <dgm:prSet presAssocID="{CF886A9B-D7F3-4455-B6AE-78403D1240EE}" presName="sibTrans" presStyleCnt="0"/>
      <dgm:spPr/>
    </dgm:pt>
    <dgm:pt modelId="{16978878-DB6B-4149-8838-AFB480EA643F}" type="pres">
      <dgm:prSet presAssocID="{D99DD72E-A416-4BDA-99F0-A253EB9582AD}" presName="composite" presStyleCnt="0"/>
      <dgm:spPr/>
    </dgm:pt>
    <dgm:pt modelId="{C1204A90-566D-407C-930F-B4AE273653A3}" type="pres">
      <dgm:prSet presAssocID="{D99DD72E-A416-4BDA-99F0-A253EB9582AD}" presName="bentUpArrow1" presStyleLbl="alignImgPlace1" presStyleIdx="1" presStyleCnt="2"/>
      <dgm:spPr/>
    </dgm:pt>
    <dgm:pt modelId="{026D5470-5825-4420-ABC1-7D9420F8D847}" type="pres">
      <dgm:prSet presAssocID="{D99DD72E-A416-4BDA-99F0-A253EB9582AD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002037F3-D24B-4A62-8F4D-F62D7F3F24BC}" type="pres">
      <dgm:prSet presAssocID="{D99DD72E-A416-4BDA-99F0-A253EB9582AD}" presName="ChildText" presStyleLbl="revTx" presStyleIdx="1" presStyleCnt="3" custScaleX="273288" custLinFactNeighborX="90053" custLinFactNeighborY="63">
        <dgm:presLayoutVars>
          <dgm:chMax val="0"/>
          <dgm:chPref val="0"/>
          <dgm:bulletEnabled val="1"/>
        </dgm:presLayoutVars>
      </dgm:prSet>
      <dgm:spPr/>
    </dgm:pt>
    <dgm:pt modelId="{9580E54B-3E07-4C59-A7C1-FBC8DB5CA4AC}" type="pres">
      <dgm:prSet presAssocID="{BB01EB21-4284-4323-A076-2E468F0C06BB}" presName="sibTrans" presStyleCnt="0"/>
      <dgm:spPr/>
    </dgm:pt>
    <dgm:pt modelId="{65829B95-2EFF-449E-808C-08C520AF6EA2}" type="pres">
      <dgm:prSet presAssocID="{4FD4FC2F-2AF0-4FC4-A800-C24D071CE1CC}" presName="composite" presStyleCnt="0"/>
      <dgm:spPr/>
    </dgm:pt>
    <dgm:pt modelId="{07BA3686-6C5F-4752-925D-42AB86237B0D}" type="pres">
      <dgm:prSet presAssocID="{4FD4FC2F-2AF0-4FC4-A800-C24D071CE1CC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81A51BBB-E42F-4858-BCE8-7D030242B87A}" type="pres">
      <dgm:prSet presAssocID="{4FD4FC2F-2AF0-4FC4-A800-C24D071CE1CC}" presName="Final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86A8DB06-04CF-4233-8AAC-8F5BF51DE38A}" type="presOf" srcId="{E82732D3-C300-46DD-A08A-F2EDB4725117}" destId="{727D5187-AE0A-41DC-87B3-274D937D0146}" srcOrd="0" destOrd="1" presId="urn:microsoft.com/office/officeart/2005/8/layout/StepDownProcess"/>
    <dgm:cxn modelId="{F7D32D0A-1AC3-466E-8507-FD14A14C2044}" srcId="{4626DF9A-3057-439C-AE57-ADA69AC23F61}" destId="{E67054A7-463A-4159-9827-E302DC78488C}" srcOrd="2" destOrd="0" parTransId="{417986E3-DB13-4D23-A9E5-F417712336AA}" sibTransId="{412716E7-1D23-4196-A5B6-958BD706825E}"/>
    <dgm:cxn modelId="{34CDB111-A056-41BF-B8A7-7A87B3CCD8E0}" type="presOf" srcId="{3E7B7D2B-E97E-4F36-B869-CD6E074E0C14}" destId="{727D5187-AE0A-41DC-87B3-274D937D0146}" srcOrd="0" destOrd="0" presId="urn:microsoft.com/office/officeart/2005/8/layout/StepDownProcess"/>
    <dgm:cxn modelId="{72D2EF1B-CC44-41B6-BB73-3EEC462D85F9}" type="presOf" srcId="{D40C59BA-2F67-4133-B29E-ED84F5E0FDB5}" destId="{002037F3-D24B-4A62-8F4D-F62D7F3F24BC}" srcOrd="0" destOrd="3" presId="urn:microsoft.com/office/officeart/2005/8/layout/StepDownProcess"/>
    <dgm:cxn modelId="{7302031C-F88F-48CC-ADA6-4669F1332D07}" type="presOf" srcId="{D99DD72E-A416-4BDA-99F0-A253EB9582AD}" destId="{026D5470-5825-4420-ABC1-7D9420F8D847}" srcOrd="0" destOrd="0" presId="urn:microsoft.com/office/officeart/2005/8/layout/StepDownProcess"/>
    <dgm:cxn modelId="{2E9C9326-0706-499B-8966-A4DD6F666AB7}" srcId="{D99DD72E-A416-4BDA-99F0-A253EB9582AD}" destId="{BF3F8632-B8B5-4A8F-B40D-F157E9AB4A21}" srcOrd="0" destOrd="0" parTransId="{9AA3CB9C-76C6-4284-A081-EF43E6AF3443}" sibTransId="{FEC6DD15-152F-49C3-8304-28EE3E2FFB79}"/>
    <dgm:cxn modelId="{9C38F865-5912-4DC7-9B9D-5C6DB117127D}" srcId="{9C2A2F4F-8926-4D14-A65E-DBBF08BCA4B3}" destId="{D99DD72E-A416-4BDA-99F0-A253EB9582AD}" srcOrd="1" destOrd="0" parTransId="{5B826D20-D29A-4917-9CCB-37D6DAD1B796}" sibTransId="{BB01EB21-4284-4323-A076-2E468F0C06BB}"/>
    <dgm:cxn modelId="{8B01EF47-9B33-40B9-A37A-6BC9F860ACD0}" type="presOf" srcId="{E6D01CF8-CD55-4968-9C3D-B5BB654747BC}" destId="{002037F3-D24B-4A62-8F4D-F62D7F3F24BC}" srcOrd="0" destOrd="1" presId="urn:microsoft.com/office/officeart/2005/8/layout/StepDownProcess"/>
    <dgm:cxn modelId="{FB2A6D49-88C8-4355-9374-561CF2534E22}" srcId="{4626DF9A-3057-439C-AE57-ADA69AC23F61}" destId="{3E7B7D2B-E97E-4F36-B869-CD6E074E0C14}" srcOrd="0" destOrd="0" parTransId="{18F216F2-4888-4721-9F4F-CB7FCB8C5357}" sibTransId="{CA85BC34-0709-4252-84D5-612CE6545EA2}"/>
    <dgm:cxn modelId="{B946EA4C-2A44-4776-B16F-226D86D3FEEB}" type="presOf" srcId="{E1240CE8-8264-4099-895A-8098DEFE5336}" destId="{727D5187-AE0A-41DC-87B3-274D937D0146}" srcOrd="0" destOrd="3" presId="urn:microsoft.com/office/officeart/2005/8/layout/StepDownProcess"/>
    <dgm:cxn modelId="{B10FDD77-FDD7-41C9-95EF-9552F95CA86C}" type="presOf" srcId="{4FD4FC2F-2AF0-4FC4-A800-C24D071CE1CC}" destId="{07BA3686-6C5F-4752-925D-42AB86237B0D}" srcOrd="0" destOrd="0" presId="urn:microsoft.com/office/officeart/2005/8/layout/StepDownProcess"/>
    <dgm:cxn modelId="{0FB1848C-B219-4E47-A654-CCE2DD7BE554}" type="presOf" srcId="{4626DF9A-3057-439C-AE57-ADA69AC23F61}" destId="{09E83E92-409A-41D5-8E4F-A2B065EC01DC}" srcOrd="0" destOrd="0" presId="urn:microsoft.com/office/officeart/2005/8/layout/StepDownProcess"/>
    <dgm:cxn modelId="{C6B38495-4E15-4529-BD06-44A54E9A0A74}" type="presOf" srcId="{BF3F8632-B8B5-4A8F-B40D-F157E9AB4A21}" destId="{002037F3-D24B-4A62-8F4D-F62D7F3F24BC}" srcOrd="0" destOrd="0" presId="urn:microsoft.com/office/officeart/2005/8/layout/StepDownProcess"/>
    <dgm:cxn modelId="{31AAE0A0-4009-43EF-ABCD-9C7DBBA2E071}" srcId="{4FD4FC2F-2AF0-4FC4-A800-C24D071CE1CC}" destId="{132AA97F-C7C1-48A4-AF75-2BF2BE6716CC}" srcOrd="0" destOrd="0" parTransId="{329C5D3D-EDD1-439B-B1B8-4880A6A55236}" sibTransId="{A47A8882-C47A-4F12-8302-EC456F4BDA62}"/>
    <dgm:cxn modelId="{098017AE-A34D-4AD2-A8D7-4DCA49FB7620}" srcId="{9C2A2F4F-8926-4D14-A65E-DBBF08BCA4B3}" destId="{4FD4FC2F-2AF0-4FC4-A800-C24D071CE1CC}" srcOrd="2" destOrd="0" parTransId="{C80CBF4F-95C3-4DC5-A0DC-BE295335278C}" sibTransId="{6F14B050-34C1-483A-A423-431249B27D84}"/>
    <dgm:cxn modelId="{F750AFB0-DB6A-4AF1-BB00-44FEA4F106D9}" srcId="{4626DF9A-3057-439C-AE57-ADA69AC23F61}" destId="{E1240CE8-8264-4099-895A-8098DEFE5336}" srcOrd="3" destOrd="0" parTransId="{2326BA8A-40FF-4FD8-ABDB-16EA71D0C8FF}" sibTransId="{A82F7610-5842-45BA-899F-B5A11E833EFB}"/>
    <dgm:cxn modelId="{58D736B5-3AAC-4788-8F27-C0AF1DABDFFF}" type="presOf" srcId="{E67054A7-463A-4159-9827-E302DC78488C}" destId="{727D5187-AE0A-41DC-87B3-274D937D0146}" srcOrd="0" destOrd="2" presId="urn:microsoft.com/office/officeart/2005/8/layout/StepDownProcess"/>
    <dgm:cxn modelId="{5AF408BE-E95C-4E5A-90B6-2F92020494A5}" srcId="{4626DF9A-3057-439C-AE57-ADA69AC23F61}" destId="{E82732D3-C300-46DD-A08A-F2EDB4725117}" srcOrd="1" destOrd="0" parTransId="{BB9B1028-CB6F-435F-951F-0952ABCEC92B}" sibTransId="{80D8590B-D289-4D77-8820-24B35512C6E7}"/>
    <dgm:cxn modelId="{6FDE15C1-FBB2-4057-8E9B-99E4B7A1095E}" type="presOf" srcId="{9C2A2F4F-8926-4D14-A65E-DBBF08BCA4B3}" destId="{4881D8C2-0396-4962-897B-47A4BA381CA8}" srcOrd="0" destOrd="0" presId="urn:microsoft.com/office/officeart/2005/8/layout/StepDownProcess"/>
    <dgm:cxn modelId="{055F8BCA-76E1-4594-B4CC-FE45B71D7E5A}" type="presOf" srcId="{7CC1327E-B183-4059-852D-4B9BA1948884}" destId="{002037F3-D24B-4A62-8F4D-F62D7F3F24BC}" srcOrd="0" destOrd="2" presId="urn:microsoft.com/office/officeart/2005/8/layout/StepDownProcess"/>
    <dgm:cxn modelId="{88D72CCF-0FC9-42A2-ADC3-002439481A3A}" srcId="{D99DD72E-A416-4BDA-99F0-A253EB9582AD}" destId="{D40C59BA-2F67-4133-B29E-ED84F5E0FDB5}" srcOrd="3" destOrd="0" parTransId="{B341FA7E-0D0E-4A5E-8A76-2A34F56E8DCA}" sibTransId="{3006DF8F-099D-42DA-AF6E-39E4C86023EB}"/>
    <dgm:cxn modelId="{3CB580D7-8185-46B5-9457-C3DF59A4AB63}" srcId="{9C2A2F4F-8926-4D14-A65E-DBBF08BCA4B3}" destId="{4626DF9A-3057-439C-AE57-ADA69AC23F61}" srcOrd="0" destOrd="0" parTransId="{5B57E493-B55D-4C52-8081-B5EC2A2B54F9}" sibTransId="{CF886A9B-D7F3-4455-B6AE-78403D1240EE}"/>
    <dgm:cxn modelId="{AF4A1DDF-18AD-4AAB-A6E4-0695347B603C}" srcId="{D99DD72E-A416-4BDA-99F0-A253EB9582AD}" destId="{E6D01CF8-CD55-4968-9C3D-B5BB654747BC}" srcOrd="1" destOrd="0" parTransId="{12593451-B702-4C40-A7EF-082E469AFB80}" sibTransId="{B55C94D8-3F23-45B4-9D68-33EDAC7A1B11}"/>
    <dgm:cxn modelId="{8929CBFD-4C1E-4F9D-A930-F78FDDEC282E}" type="presOf" srcId="{132AA97F-C7C1-48A4-AF75-2BF2BE6716CC}" destId="{81A51BBB-E42F-4858-BCE8-7D030242B87A}" srcOrd="0" destOrd="0" presId="urn:microsoft.com/office/officeart/2005/8/layout/StepDownProcess"/>
    <dgm:cxn modelId="{974C48FF-4640-4D11-94E2-15678E99B3F3}" srcId="{D99DD72E-A416-4BDA-99F0-A253EB9582AD}" destId="{7CC1327E-B183-4059-852D-4B9BA1948884}" srcOrd="2" destOrd="0" parTransId="{5B0390E4-CB0B-4BCC-81BF-B82A902EF618}" sibTransId="{5513119E-F255-478C-AE5C-0FF440A8C2B2}"/>
    <dgm:cxn modelId="{D3714641-EF16-4095-B467-B202728A97F3}" type="presParOf" srcId="{4881D8C2-0396-4962-897B-47A4BA381CA8}" destId="{41B249DC-DB7B-4F0B-9C74-1733F006B8FD}" srcOrd="0" destOrd="0" presId="urn:microsoft.com/office/officeart/2005/8/layout/StepDownProcess"/>
    <dgm:cxn modelId="{5D1BD426-C563-432F-9025-B6E2B77CBF03}" type="presParOf" srcId="{41B249DC-DB7B-4F0B-9C74-1733F006B8FD}" destId="{2ABFD0E2-8ED2-4F64-802E-8E6E49DE4DC2}" srcOrd="0" destOrd="0" presId="urn:microsoft.com/office/officeart/2005/8/layout/StepDownProcess"/>
    <dgm:cxn modelId="{2413098B-1427-4F75-BF0B-2B6CD9ECC04D}" type="presParOf" srcId="{41B249DC-DB7B-4F0B-9C74-1733F006B8FD}" destId="{09E83E92-409A-41D5-8E4F-A2B065EC01DC}" srcOrd="1" destOrd="0" presId="urn:microsoft.com/office/officeart/2005/8/layout/StepDownProcess"/>
    <dgm:cxn modelId="{1794AE23-2DD5-4025-A19C-4C58232C292B}" type="presParOf" srcId="{41B249DC-DB7B-4F0B-9C74-1733F006B8FD}" destId="{727D5187-AE0A-41DC-87B3-274D937D0146}" srcOrd="2" destOrd="0" presId="urn:microsoft.com/office/officeart/2005/8/layout/StepDownProcess"/>
    <dgm:cxn modelId="{0BD9826C-A46D-41A2-B561-1272107956A1}" type="presParOf" srcId="{4881D8C2-0396-4962-897B-47A4BA381CA8}" destId="{C98982CC-1F03-40EB-8BC7-E76E742499C0}" srcOrd="1" destOrd="0" presId="urn:microsoft.com/office/officeart/2005/8/layout/StepDownProcess"/>
    <dgm:cxn modelId="{E9CD8DC1-CE65-4C00-9166-F03C17716DAA}" type="presParOf" srcId="{4881D8C2-0396-4962-897B-47A4BA381CA8}" destId="{16978878-DB6B-4149-8838-AFB480EA643F}" srcOrd="2" destOrd="0" presId="urn:microsoft.com/office/officeart/2005/8/layout/StepDownProcess"/>
    <dgm:cxn modelId="{AC457A4D-2418-4CAD-B19C-BD3B0FF04DEA}" type="presParOf" srcId="{16978878-DB6B-4149-8838-AFB480EA643F}" destId="{C1204A90-566D-407C-930F-B4AE273653A3}" srcOrd="0" destOrd="0" presId="urn:microsoft.com/office/officeart/2005/8/layout/StepDownProcess"/>
    <dgm:cxn modelId="{635261B2-C302-4F12-8F5D-68EBC2AC4B71}" type="presParOf" srcId="{16978878-DB6B-4149-8838-AFB480EA643F}" destId="{026D5470-5825-4420-ABC1-7D9420F8D847}" srcOrd="1" destOrd="0" presId="urn:microsoft.com/office/officeart/2005/8/layout/StepDownProcess"/>
    <dgm:cxn modelId="{6C10D32C-B899-4CD4-81F4-BB5E7AF1B31F}" type="presParOf" srcId="{16978878-DB6B-4149-8838-AFB480EA643F}" destId="{002037F3-D24B-4A62-8F4D-F62D7F3F24BC}" srcOrd="2" destOrd="0" presId="urn:microsoft.com/office/officeart/2005/8/layout/StepDownProcess"/>
    <dgm:cxn modelId="{DFEBA016-76A5-446B-913E-3C2689B63202}" type="presParOf" srcId="{4881D8C2-0396-4962-897B-47A4BA381CA8}" destId="{9580E54B-3E07-4C59-A7C1-FBC8DB5CA4AC}" srcOrd="3" destOrd="0" presId="urn:microsoft.com/office/officeart/2005/8/layout/StepDownProcess"/>
    <dgm:cxn modelId="{7066AE5F-9FB3-452F-AD5A-167C2487FC5D}" type="presParOf" srcId="{4881D8C2-0396-4962-897B-47A4BA381CA8}" destId="{65829B95-2EFF-449E-808C-08C520AF6EA2}" srcOrd="4" destOrd="0" presId="urn:microsoft.com/office/officeart/2005/8/layout/StepDownProcess"/>
    <dgm:cxn modelId="{67DFB7C0-9E3E-4C17-AFD8-49F4AF32E26C}" type="presParOf" srcId="{65829B95-2EFF-449E-808C-08C520AF6EA2}" destId="{07BA3686-6C5F-4752-925D-42AB86237B0D}" srcOrd="0" destOrd="0" presId="urn:microsoft.com/office/officeart/2005/8/layout/StepDownProcess"/>
    <dgm:cxn modelId="{DABAD2F7-8ABB-44C9-B635-4707225E3642}" type="presParOf" srcId="{65829B95-2EFF-449E-808C-08C520AF6EA2}" destId="{81A51BBB-E42F-4858-BCE8-7D030242B87A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C2A2F4F-8926-4D14-A65E-DBBF08BCA4B3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4626DF9A-3057-439C-AE57-ADA69AC23F61}">
      <dgm:prSet phldrT="[Text]"/>
      <dgm:spPr/>
      <dgm:t>
        <a:bodyPr/>
        <a:lstStyle/>
        <a:p>
          <a:pPr>
            <a:buNone/>
          </a:pPr>
          <a:r>
            <a:rPr lang="en-US" b="1" i="1" dirty="0"/>
            <a:t>Perform optimization</a:t>
          </a:r>
          <a:endParaRPr lang="en-SG" dirty="0"/>
        </a:p>
      </dgm:t>
    </dgm:pt>
    <dgm:pt modelId="{5B57E493-B55D-4C52-8081-B5EC2A2B54F9}" type="parTrans" cxnId="{3CB580D7-8185-46B5-9457-C3DF59A4AB63}">
      <dgm:prSet/>
      <dgm:spPr/>
      <dgm:t>
        <a:bodyPr/>
        <a:lstStyle/>
        <a:p>
          <a:endParaRPr lang="en-SG"/>
        </a:p>
      </dgm:t>
    </dgm:pt>
    <dgm:pt modelId="{CF886A9B-D7F3-4455-B6AE-78403D1240EE}" type="sibTrans" cxnId="{3CB580D7-8185-46B5-9457-C3DF59A4AB63}">
      <dgm:prSet/>
      <dgm:spPr/>
      <dgm:t>
        <a:bodyPr/>
        <a:lstStyle/>
        <a:p>
          <a:endParaRPr lang="en-SG"/>
        </a:p>
      </dgm:t>
    </dgm:pt>
    <dgm:pt modelId="{3E7B7D2B-E97E-4F36-B869-CD6E074E0C1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Get customers for agent on this date</a:t>
          </a:r>
          <a:endParaRPr lang="en-SG" dirty="0"/>
        </a:p>
      </dgm:t>
    </dgm:pt>
    <dgm:pt modelId="{18F216F2-4888-4721-9F4F-CB7FCB8C5357}" type="parTrans" cxnId="{FB2A6D49-88C8-4355-9374-561CF2534E22}">
      <dgm:prSet/>
      <dgm:spPr/>
      <dgm:t>
        <a:bodyPr/>
        <a:lstStyle/>
        <a:p>
          <a:endParaRPr lang="en-SG"/>
        </a:p>
      </dgm:t>
    </dgm:pt>
    <dgm:pt modelId="{CA85BC34-0709-4252-84D5-612CE6545EA2}" type="sibTrans" cxnId="{FB2A6D49-88C8-4355-9374-561CF2534E22}">
      <dgm:prSet/>
      <dgm:spPr/>
      <dgm:t>
        <a:bodyPr/>
        <a:lstStyle/>
        <a:p>
          <a:endParaRPr lang="en-SG"/>
        </a:p>
      </dgm:t>
    </dgm:pt>
    <dgm:pt modelId="{D99DD72E-A416-4BDA-99F0-A253EB9582AD}">
      <dgm:prSet phldrT="[Text]"/>
      <dgm:spPr/>
      <dgm:t>
        <a:bodyPr/>
        <a:lstStyle/>
        <a:p>
          <a:pPr>
            <a:buNone/>
          </a:pPr>
          <a:r>
            <a:rPr lang="en-US" dirty="0"/>
            <a:t>Shortest route optimization</a:t>
          </a:r>
          <a:endParaRPr lang="en-SG" dirty="0"/>
        </a:p>
      </dgm:t>
    </dgm:pt>
    <dgm:pt modelId="{5B826D20-D29A-4917-9CCB-37D6DAD1B796}" type="parTrans" cxnId="{9C38F865-5912-4DC7-9B9D-5C6DB117127D}">
      <dgm:prSet/>
      <dgm:spPr/>
      <dgm:t>
        <a:bodyPr/>
        <a:lstStyle/>
        <a:p>
          <a:endParaRPr lang="en-SG"/>
        </a:p>
      </dgm:t>
    </dgm:pt>
    <dgm:pt modelId="{BB01EB21-4284-4323-A076-2E468F0C06BB}" type="sibTrans" cxnId="{9C38F865-5912-4DC7-9B9D-5C6DB117127D}">
      <dgm:prSet/>
      <dgm:spPr/>
      <dgm:t>
        <a:bodyPr/>
        <a:lstStyle/>
        <a:p>
          <a:endParaRPr lang="en-SG"/>
        </a:p>
      </dgm:t>
    </dgm:pt>
    <dgm:pt modelId="{BF3F8632-B8B5-4A8F-B40D-F157E9AB4A2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Uses "Nearest Neighbor" algorithm starting from Distribution Center</a:t>
          </a:r>
          <a:endParaRPr lang="en-SG" dirty="0"/>
        </a:p>
      </dgm:t>
    </dgm:pt>
    <dgm:pt modelId="{9AA3CB9C-76C6-4284-A081-EF43E6AF3443}" type="parTrans" cxnId="{2E9C9326-0706-499B-8966-A4DD6F666AB7}">
      <dgm:prSet/>
      <dgm:spPr/>
      <dgm:t>
        <a:bodyPr/>
        <a:lstStyle/>
        <a:p>
          <a:endParaRPr lang="en-SG"/>
        </a:p>
      </dgm:t>
    </dgm:pt>
    <dgm:pt modelId="{FEC6DD15-152F-49C3-8304-28EE3E2FFB79}" type="sibTrans" cxnId="{2E9C9326-0706-499B-8966-A4DD6F666AB7}">
      <dgm:prSet/>
      <dgm:spPr/>
      <dgm:t>
        <a:bodyPr/>
        <a:lstStyle/>
        <a:p>
          <a:endParaRPr lang="en-SG"/>
        </a:p>
      </dgm:t>
    </dgm:pt>
    <dgm:pt modelId="{4FD4FC2F-2AF0-4FC4-A800-C24D071CE1CC}">
      <dgm:prSet phldrT="[Text]"/>
      <dgm:spPr/>
      <dgm:t>
        <a:bodyPr/>
        <a:lstStyle/>
        <a:p>
          <a:pPr>
            <a:buNone/>
          </a:pPr>
          <a:r>
            <a:rPr lang="en-US" dirty="0"/>
            <a:t>Update Database</a:t>
          </a:r>
          <a:endParaRPr lang="en-SG" dirty="0"/>
        </a:p>
      </dgm:t>
    </dgm:pt>
    <dgm:pt modelId="{C80CBF4F-95C3-4DC5-A0DC-BE295335278C}" type="parTrans" cxnId="{098017AE-A34D-4AD2-A8D7-4DCA49FB7620}">
      <dgm:prSet/>
      <dgm:spPr/>
      <dgm:t>
        <a:bodyPr/>
        <a:lstStyle/>
        <a:p>
          <a:endParaRPr lang="en-SG"/>
        </a:p>
      </dgm:t>
    </dgm:pt>
    <dgm:pt modelId="{6F14B050-34C1-483A-A423-431249B27D84}" type="sibTrans" cxnId="{098017AE-A34D-4AD2-A8D7-4DCA49FB7620}">
      <dgm:prSet/>
      <dgm:spPr/>
      <dgm:t>
        <a:bodyPr/>
        <a:lstStyle/>
        <a:p>
          <a:endParaRPr lang="en-SG"/>
        </a:p>
      </dgm:t>
    </dgm:pt>
    <dgm:pt modelId="{132AA97F-C7C1-48A4-AF75-2BF2BE6716CC}">
      <dgm:prSet phldrT="[Text]" phldr="0" custT="1"/>
      <dgm:spPr/>
      <dgm:t>
        <a:bodyPr/>
        <a:lstStyle/>
        <a:p>
          <a:r>
            <a:rPr lang="en-SG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Update Stop no to existing table</a:t>
          </a:r>
        </a:p>
      </dgm:t>
    </dgm:pt>
    <dgm:pt modelId="{329C5D3D-EDD1-439B-B1B8-4880A6A55236}" type="parTrans" cxnId="{31AAE0A0-4009-43EF-ABCD-9C7DBBA2E071}">
      <dgm:prSet/>
      <dgm:spPr/>
      <dgm:t>
        <a:bodyPr/>
        <a:lstStyle/>
        <a:p>
          <a:endParaRPr lang="en-SG"/>
        </a:p>
      </dgm:t>
    </dgm:pt>
    <dgm:pt modelId="{A47A8882-C47A-4F12-8302-EC456F4BDA62}" type="sibTrans" cxnId="{31AAE0A0-4009-43EF-ABCD-9C7DBBA2E071}">
      <dgm:prSet/>
      <dgm:spPr/>
      <dgm:t>
        <a:bodyPr/>
        <a:lstStyle/>
        <a:p>
          <a:endParaRPr lang="en-SG"/>
        </a:p>
      </dgm:t>
    </dgm:pt>
    <dgm:pt modelId="{E82732D3-C300-46DD-A08A-F2EDB472511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Get (Lat/Long) for Customer</a:t>
          </a:r>
          <a:endParaRPr lang="en-SG" dirty="0"/>
        </a:p>
      </dgm:t>
    </dgm:pt>
    <dgm:pt modelId="{BB9B1028-CB6F-435F-951F-0952ABCEC92B}" type="parTrans" cxnId="{5AF408BE-E95C-4E5A-90B6-2F92020494A5}">
      <dgm:prSet/>
      <dgm:spPr/>
      <dgm:t>
        <a:bodyPr/>
        <a:lstStyle/>
        <a:p>
          <a:endParaRPr lang="en-SG"/>
        </a:p>
      </dgm:t>
    </dgm:pt>
    <dgm:pt modelId="{80D8590B-D289-4D77-8820-24B35512C6E7}" type="sibTrans" cxnId="{5AF408BE-E95C-4E5A-90B6-2F92020494A5}">
      <dgm:prSet/>
      <dgm:spPr/>
      <dgm:t>
        <a:bodyPr/>
        <a:lstStyle/>
        <a:p>
          <a:endParaRPr lang="en-SG"/>
        </a:p>
      </dgm:t>
    </dgm:pt>
    <dgm:pt modelId="{E67054A7-463A-4159-9827-E302DC78488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Separate: customers with coordinates vs. without</a:t>
          </a:r>
          <a:endParaRPr lang="en-SG" dirty="0"/>
        </a:p>
      </dgm:t>
    </dgm:pt>
    <dgm:pt modelId="{417986E3-DB13-4D23-A9E5-F417712336AA}" type="parTrans" cxnId="{F7D32D0A-1AC3-466E-8507-FD14A14C2044}">
      <dgm:prSet/>
      <dgm:spPr/>
      <dgm:t>
        <a:bodyPr/>
        <a:lstStyle/>
        <a:p>
          <a:endParaRPr lang="en-SG"/>
        </a:p>
      </dgm:t>
    </dgm:pt>
    <dgm:pt modelId="{412716E7-1D23-4196-A5B6-958BD706825E}" type="sibTrans" cxnId="{F7D32D0A-1AC3-466E-8507-FD14A14C2044}">
      <dgm:prSet/>
      <dgm:spPr/>
      <dgm:t>
        <a:bodyPr/>
        <a:lstStyle/>
        <a:p>
          <a:endParaRPr lang="en-SG"/>
        </a:p>
      </dgm:t>
    </dgm:pt>
    <dgm:pt modelId="{E1240CE8-8264-4099-895A-8098DEFE5336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Find prospects in the same barangay (geographic area) total 60 is reached</a:t>
          </a:r>
          <a:endParaRPr lang="en-SG" dirty="0"/>
        </a:p>
      </dgm:t>
    </dgm:pt>
    <dgm:pt modelId="{2326BA8A-40FF-4FD8-ABDB-16EA71D0C8FF}" type="parTrans" cxnId="{F750AFB0-DB6A-4AF1-BB00-44FEA4F106D9}">
      <dgm:prSet/>
      <dgm:spPr/>
      <dgm:t>
        <a:bodyPr/>
        <a:lstStyle/>
        <a:p>
          <a:endParaRPr lang="en-SG"/>
        </a:p>
      </dgm:t>
    </dgm:pt>
    <dgm:pt modelId="{A82F7610-5842-45BA-899F-B5A11E833EFB}" type="sibTrans" cxnId="{F750AFB0-DB6A-4AF1-BB00-44FEA4F106D9}">
      <dgm:prSet/>
      <dgm:spPr/>
      <dgm:t>
        <a:bodyPr/>
        <a:lstStyle/>
        <a:p>
          <a:endParaRPr lang="en-SG"/>
        </a:p>
      </dgm:t>
    </dgm:pt>
    <dgm:pt modelId="{E6D01CF8-CD55-4968-9C3D-B5BB654747B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Always go to the nearest unvisited customer next</a:t>
          </a:r>
          <a:endParaRPr lang="en-SG" dirty="0"/>
        </a:p>
      </dgm:t>
    </dgm:pt>
    <dgm:pt modelId="{12593451-B702-4C40-A7EF-082E469AFB80}" type="parTrans" cxnId="{AF4A1DDF-18AD-4AAB-A6E4-0695347B603C}">
      <dgm:prSet/>
      <dgm:spPr/>
      <dgm:t>
        <a:bodyPr/>
        <a:lstStyle/>
        <a:p>
          <a:endParaRPr lang="en-SG"/>
        </a:p>
      </dgm:t>
    </dgm:pt>
    <dgm:pt modelId="{B55C94D8-3F23-45B4-9D68-33EDAC7A1B11}" type="sibTrans" cxnId="{AF4A1DDF-18AD-4AAB-A6E4-0695347B603C}">
      <dgm:prSet/>
      <dgm:spPr/>
      <dgm:t>
        <a:bodyPr/>
        <a:lstStyle/>
        <a:p>
          <a:endParaRPr lang="en-SG"/>
        </a:p>
      </dgm:t>
    </dgm:pt>
    <dgm:pt modelId="{7CC1327E-B183-4059-852D-4B9BA194888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Assign Stop Nos: 1,2,… N</a:t>
          </a:r>
          <a:endParaRPr lang="en-SG" dirty="0"/>
        </a:p>
      </dgm:t>
    </dgm:pt>
    <dgm:pt modelId="{5B0390E4-CB0B-4BCC-81BF-B82A902EF618}" type="parTrans" cxnId="{974C48FF-4640-4D11-94E2-15678E99B3F3}">
      <dgm:prSet/>
      <dgm:spPr/>
      <dgm:t>
        <a:bodyPr/>
        <a:lstStyle/>
        <a:p>
          <a:endParaRPr lang="en-SG"/>
        </a:p>
      </dgm:t>
    </dgm:pt>
    <dgm:pt modelId="{5513119E-F255-478C-AE5C-0FF440A8C2B2}" type="sibTrans" cxnId="{974C48FF-4640-4D11-94E2-15678E99B3F3}">
      <dgm:prSet/>
      <dgm:spPr/>
      <dgm:t>
        <a:bodyPr/>
        <a:lstStyle/>
        <a:p>
          <a:endParaRPr lang="en-SG"/>
        </a:p>
      </dgm:t>
    </dgm:pt>
    <dgm:pt modelId="{D40C59BA-2F67-4133-B29E-ED84F5E0FDB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dirty="0"/>
            <a:t>Add Customers without coordinates as Stop No 100</a:t>
          </a:r>
        </a:p>
      </dgm:t>
    </dgm:pt>
    <dgm:pt modelId="{B341FA7E-0D0E-4A5E-8A76-2A34F56E8DCA}" type="parTrans" cxnId="{88D72CCF-0FC9-42A2-ADC3-002439481A3A}">
      <dgm:prSet/>
      <dgm:spPr/>
      <dgm:t>
        <a:bodyPr/>
        <a:lstStyle/>
        <a:p>
          <a:endParaRPr lang="en-SG"/>
        </a:p>
      </dgm:t>
    </dgm:pt>
    <dgm:pt modelId="{3006DF8F-099D-42DA-AF6E-39E4C86023EB}" type="sibTrans" cxnId="{88D72CCF-0FC9-42A2-ADC3-002439481A3A}">
      <dgm:prSet/>
      <dgm:spPr/>
      <dgm:t>
        <a:bodyPr/>
        <a:lstStyle/>
        <a:p>
          <a:endParaRPr lang="en-SG"/>
        </a:p>
      </dgm:t>
    </dgm:pt>
    <dgm:pt modelId="{4881D8C2-0396-4962-897B-47A4BA381CA8}" type="pres">
      <dgm:prSet presAssocID="{9C2A2F4F-8926-4D14-A65E-DBBF08BCA4B3}" presName="rootnode" presStyleCnt="0">
        <dgm:presLayoutVars>
          <dgm:chMax/>
          <dgm:chPref/>
          <dgm:dir/>
          <dgm:animLvl val="lvl"/>
        </dgm:presLayoutVars>
      </dgm:prSet>
      <dgm:spPr/>
    </dgm:pt>
    <dgm:pt modelId="{41B249DC-DB7B-4F0B-9C74-1733F006B8FD}" type="pres">
      <dgm:prSet presAssocID="{4626DF9A-3057-439C-AE57-ADA69AC23F61}" presName="composite" presStyleCnt="0"/>
      <dgm:spPr/>
    </dgm:pt>
    <dgm:pt modelId="{2ABFD0E2-8ED2-4F64-802E-8E6E49DE4DC2}" type="pres">
      <dgm:prSet presAssocID="{4626DF9A-3057-439C-AE57-ADA69AC23F61}" presName="bentUpArrow1" presStyleLbl="alignImgPlace1" presStyleIdx="0" presStyleCnt="2"/>
      <dgm:spPr/>
    </dgm:pt>
    <dgm:pt modelId="{09E83E92-409A-41D5-8E4F-A2B065EC01DC}" type="pres">
      <dgm:prSet presAssocID="{4626DF9A-3057-439C-AE57-ADA69AC23F61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727D5187-AE0A-41DC-87B3-274D937D0146}" type="pres">
      <dgm:prSet presAssocID="{4626DF9A-3057-439C-AE57-ADA69AC23F61}" presName="ChildText" presStyleLbl="revTx" presStyleIdx="0" presStyleCnt="3" custScaleX="225121" custScaleY="127146" custLinFactNeighborX="69272" custLinFactNeighborY="-890">
        <dgm:presLayoutVars>
          <dgm:chMax val="0"/>
          <dgm:chPref val="0"/>
          <dgm:bulletEnabled val="1"/>
        </dgm:presLayoutVars>
      </dgm:prSet>
      <dgm:spPr/>
    </dgm:pt>
    <dgm:pt modelId="{C98982CC-1F03-40EB-8BC7-E76E742499C0}" type="pres">
      <dgm:prSet presAssocID="{CF886A9B-D7F3-4455-B6AE-78403D1240EE}" presName="sibTrans" presStyleCnt="0"/>
      <dgm:spPr/>
    </dgm:pt>
    <dgm:pt modelId="{16978878-DB6B-4149-8838-AFB480EA643F}" type="pres">
      <dgm:prSet presAssocID="{D99DD72E-A416-4BDA-99F0-A253EB9582AD}" presName="composite" presStyleCnt="0"/>
      <dgm:spPr/>
    </dgm:pt>
    <dgm:pt modelId="{C1204A90-566D-407C-930F-B4AE273653A3}" type="pres">
      <dgm:prSet presAssocID="{D99DD72E-A416-4BDA-99F0-A253EB9582AD}" presName="bentUpArrow1" presStyleLbl="alignImgPlace1" presStyleIdx="1" presStyleCnt="2"/>
      <dgm:spPr/>
    </dgm:pt>
    <dgm:pt modelId="{026D5470-5825-4420-ABC1-7D9420F8D847}" type="pres">
      <dgm:prSet presAssocID="{D99DD72E-A416-4BDA-99F0-A253EB9582AD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002037F3-D24B-4A62-8F4D-F62D7F3F24BC}" type="pres">
      <dgm:prSet presAssocID="{D99DD72E-A416-4BDA-99F0-A253EB9582AD}" presName="ChildText" presStyleLbl="revTx" presStyleIdx="1" presStyleCnt="3" custScaleX="273288" custLinFactNeighborX="90053" custLinFactNeighborY="63">
        <dgm:presLayoutVars>
          <dgm:chMax val="0"/>
          <dgm:chPref val="0"/>
          <dgm:bulletEnabled val="1"/>
        </dgm:presLayoutVars>
      </dgm:prSet>
      <dgm:spPr/>
    </dgm:pt>
    <dgm:pt modelId="{9580E54B-3E07-4C59-A7C1-FBC8DB5CA4AC}" type="pres">
      <dgm:prSet presAssocID="{BB01EB21-4284-4323-A076-2E468F0C06BB}" presName="sibTrans" presStyleCnt="0"/>
      <dgm:spPr/>
    </dgm:pt>
    <dgm:pt modelId="{65829B95-2EFF-449E-808C-08C520AF6EA2}" type="pres">
      <dgm:prSet presAssocID="{4FD4FC2F-2AF0-4FC4-A800-C24D071CE1CC}" presName="composite" presStyleCnt="0"/>
      <dgm:spPr/>
    </dgm:pt>
    <dgm:pt modelId="{07BA3686-6C5F-4752-925D-42AB86237B0D}" type="pres">
      <dgm:prSet presAssocID="{4FD4FC2F-2AF0-4FC4-A800-C24D071CE1CC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81A51BBB-E42F-4858-BCE8-7D030242B87A}" type="pres">
      <dgm:prSet presAssocID="{4FD4FC2F-2AF0-4FC4-A800-C24D071CE1CC}" presName="Final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86A8DB06-04CF-4233-8AAC-8F5BF51DE38A}" type="presOf" srcId="{E82732D3-C300-46DD-A08A-F2EDB4725117}" destId="{727D5187-AE0A-41DC-87B3-274D937D0146}" srcOrd="0" destOrd="1" presId="urn:microsoft.com/office/officeart/2005/8/layout/StepDownProcess"/>
    <dgm:cxn modelId="{F7D32D0A-1AC3-466E-8507-FD14A14C2044}" srcId="{4626DF9A-3057-439C-AE57-ADA69AC23F61}" destId="{E67054A7-463A-4159-9827-E302DC78488C}" srcOrd="2" destOrd="0" parTransId="{417986E3-DB13-4D23-A9E5-F417712336AA}" sibTransId="{412716E7-1D23-4196-A5B6-958BD706825E}"/>
    <dgm:cxn modelId="{34CDB111-A056-41BF-B8A7-7A87B3CCD8E0}" type="presOf" srcId="{3E7B7D2B-E97E-4F36-B869-CD6E074E0C14}" destId="{727D5187-AE0A-41DC-87B3-274D937D0146}" srcOrd="0" destOrd="0" presId="urn:microsoft.com/office/officeart/2005/8/layout/StepDownProcess"/>
    <dgm:cxn modelId="{72D2EF1B-CC44-41B6-BB73-3EEC462D85F9}" type="presOf" srcId="{D40C59BA-2F67-4133-B29E-ED84F5E0FDB5}" destId="{002037F3-D24B-4A62-8F4D-F62D7F3F24BC}" srcOrd="0" destOrd="3" presId="urn:microsoft.com/office/officeart/2005/8/layout/StepDownProcess"/>
    <dgm:cxn modelId="{7302031C-F88F-48CC-ADA6-4669F1332D07}" type="presOf" srcId="{D99DD72E-A416-4BDA-99F0-A253EB9582AD}" destId="{026D5470-5825-4420-ABC1-7D9420F8D847}" srcOrd="0" destOrd="0" presId="urn:microsoft.com/office/officeart/2005/8/layout/StepDownProcess"/>
    <dgm:cxn modelId="{2E9C9326-0706-499B-8966-A4DD6F666AB7}" srcId="{D99DD72E-A416-4BDA-99F0-A253EB9582AD}" destId="{BF3F8632-B8B5-4A8F-B40D-F157E9AB4A21}" srcOrd="0" destOrd="0" parTransId="{9AA3CB9C-76C6-4284-A081-EF43E6AF3443}" sibTransId="{FEC6DD15-152F-49C3-8304-28EE3E2FFB79}"/>
    <dgm:cxn modelId="{9C38F865-5912-4DC7-9B9D-5C6DB117127D}" srcId="{9C2A2F4F-8926-4D14-A65E-DBBF08BCA4B3}" destId="{D99DD72E-A416-4BDA-99F0-A253EB9582AD}" srcOrd="1" destOrd="0" parTransId="{5B826D20-D29A-4917-9CCB-37D6DAD1B796}" sibTransId="{BB01EB21-4284-4323-A076-2E468F0C06BB}"/>
    <dgm:cxn modelId="{8B01EF47-9B33-40B9-A37A-6BC9F860ACD0}" type="presOf" srcId="{E6D01CF8-CD55-4968-9C3D-B5BB654747BC}" destId="{002037F3-D24B-4A62-8F4D-F62D7F3F24BC}" srcOrd="0" destOrd="1" presId="urn:microsoft.com/office/officeart/2005/8/layout/StepDownProcess"/>
    <dgm:cxn modelId="{FB2A6D49-88C8-4355-9374-561CF2534E22}" srcId="{4626DF9A-3057-439C-AE57-ADA69AC23F61}" destId="{3E7B7D2B-E97E-4F36-B869-CD6E074E0C14}" srcOrd="0" destOrd="0" parTransId="{18F216F2-4888-4721-9F4F-CB7FCB8C5357}" sibTransId="{CA85BC34-0709-4252-84D5-612CE6545EA2}"/>
    <dgm:cxn modelId="{B946EA4C-2A44-4776-B16F-226D86D3FEEB}" type="presOf" srcId="{E1240CE8-8264-4099-895A-8098DEFE5336}" destId="{727D5187-AE0A-41DC-87B3-274D937D0146}" srcOrd="0" destOrd="3" presId="urn:microsoft.com/office/officeart/2005/8/layout/StepDownProcess"/>
    <dgm:cxn modelId="{B10FDD77-FDD7-41C9-95EF-9552F95CA86C}" type="presOf" srcId="{4FD4FC2F-2AF0-4FC4-A800-C24D071CE1CC}" destId="{07BA3686-6C5F-4752-925D-42AB86237B0D}" srcOrd="0" destOrd="0" presId="urn:microsoft.com/office/officeart/2005/8/layout/StepDownProcess"/>
    <dgm:cxn modelId="{0FB1848C-B219-4E47-A654-CCE2DD7BE554}" type="presOf" srcId="{4626DF9A-3057-439C-AE57-ADA69AC23F61}" destId="{09E83E92-409A-41D5-8E4F-A2B065EC01DC}" srcOrd="0" destOrd="0" presId="urn:microsoft.com/office/officeart/2005/8/layout/StepDownProcess"/>
    <dgm:cxn modelId="{C6B38495-4E15-4529-BD06-44A54E9A0A74}" type="presOf" srcId="{BF3F8632-B8B5-4A8F-B40D-F157E9AB4A21}" destId="{002037F3-D24B-4A62-8F4D-F62D7F3F24BC}" srcOrd="0" destOrd="0" presId="urn:microsoft.com/office/officeart/2005/8/layout/StepDownProcess"/>
    <dgm:cxn modelId="{31AAE0A0-4009-43EF-ABCD-9C7DBBA2E071}" srcId="{4FD4FC2F-2AF0-4FC4-A800-C24D071CE1CC}" destId="{132AA97F-C7C1-48A4-AF75-2BF2BE6716CC}" srcOrd="0" destOrd="0" parTransId="{329C5D3D-EDD1-439B-B1B8-4880A6A55236}" sibTransId="{A47A8882-C47A-4F12-8302-EC456F4BDA62}"/>
    <dgm:cxn modelId="{098017AE-A34D-4AD2-A8D7-4DCA49FB7620}" srcId="{9C2A2F4F-8926-4D14-A65E-DBBF08BCA4B3}" destId="{4FD4FC2F-2AF0-4FC4-A800-C24D071CE1CC}" srcOrd="2" destOrd="0" parTransId="{C80CBF4F-95C3-4DC5-A0DC-BE295335278C}" sibTransId="{6F14B050-34C1-483A-A423-431249B27D84}"/>
    <dgm:cxn modelId="{F750AFB0-DB6A-4AF1-BB00-44FEA4F106D9}" srcId="{4626DF9A-3057-439C-AE57-ADA69AC23F61}" destId="{E1240CE8-8264-4099-895A-8098DEFE5336}" srcOrd="3" destOrd="0" parTransId="{2326BA8A-40FF-4FD8-ABDB-16EA71D0C8FF}" sibTransId="{A82F7610-5842-45BA-899F-B5A11E833EFB}"/>
    <dgm:cxn modelId="{58D736B5-3AAC-4788-8F27-C0AF1DABDFFF}" type="presOf" srcId="{E67054A7-463A-4159-9827-E302DC78488C}" destId="{727D5187-AE0A-41DC-87B3-274D937D0146}" srcOrd="0" destOrd="2" presId="urn:microsoft.com/office/officeart/2005/8/layout/StepDownProcess"/>
    <dgm:cxn modelId="{5AF408BE-E95C-4E5A-90B6-2F92020494A5}" srcId="{4626DF9A-3057-439C-AE57-ADA69AC23F61}" destId="{E82732D3-C300-46DD-A08A-F2EDB4725117}" srcOrd="1" destOrd="0" parTransId="{BB9B1028-CB6F-435F-951F-0952ABCEC92B}" sibTransId="{80D8590B-D289-4D77-8820-24B35512C6E7}"/>
    <dgm:cxn modelId="{6FDE15C1-FBB2-4057-8E9B-99E4B7A1095E}" type="presOf" srcId="{9C2A2F4F-8926-4D14-A65E-DBBF08BCA4B3}" destId="{4881D8C2-0396-4962-897B-47A4BA381CA8}" srcOrd="0" destOrd="0" presId="urn:microsoft.com/office/officeart/2005/8/layout/StepDownProcess"/>
    <dgm:cxn modelId="{055F8BCA-76E1-4594-B4CC-FE45B71D7E5A}" type="presOf" srcId="{7CC1327E-B183-4059-852D-4B9BA1948884}" destId="{002037F3-D24B-4A62-8F4D-F62D7F3F24BC}" srcOrd="0" destOrd="2" presId="urn:microsoft.com/office/officeart/2005/8/layout/StepDownProcess"/>
    <dgm:cxn modelId="{88D72CCF-0FC9-42A2-ADC3-002439481A3A}" srcId="{D99DD72E-A416-4BDA-99F0-A253EB9582AD}" destId="{D40C59BA-2F67-4133-B29E-ED84F5E0FDB5}" srcOrd="3" destOrd="0" parTransId="{B341FA7E-0D0E-4A5E-8A76-2A34F56E8DCA}" sibTransId="{3006DF8F-099D-42DA-AF6E-39E4C86023EB}"/>
    <dgm:cxn modelId="{3CB580D7-8185-46B5-9457-C3DF59A4AB63}" srcId="{9C2A2F4F-8926-4D14-A65E-DBBF08BCA4B3}" destId="{4626DF9A-3057-439C-AE57-ADA69AC23F61}" srcOrd="0" destOrd="0" parTransId="{5B57E493-B55D-4C52-8081-B5EC2A2B54F9}" sibTransId="{CF886A9B-D7F3-4455-B6AE-78403D1240EE}"/>
    <dgm:cxn modelId="{AF4A1DDF-18AD-4AAB-A6E4-0695347B603C}" srcId="{D99DD72E-A416-4BDA-99F0-A253EB9582AD}" destId="{E6D01CF8-CD55-4968-9C3D-B5BB654747BC}" srcOrd="1" destOrd="0" parTransId="{12593451-B702-4C40-A7EF-082E469AFB80}" sibTransId="{B55C94D8-3F23-45B4-9D68-33EDAC7A1B11}"/>
    <dgm:cxn modelId="{8929CBFD-4C1E-4F9D-A930-F78FDDEC282E}" type="presOf" srcId="{132AA97F-C7C1-48A4-AF75-2BF2BE6716CC}" destId="{81A51BBB-E42F-4858-BCE8-7D030242B87A}" srcOrd="0" destOrd="0" presId="urn:microsoft.com/office/officeart/2005/8/layout/StepDownProcess"/>
    <dgm:cxn modelId="{974C48FF-4640-4D11-94E2-15678E99B3F3}" srcId="{D99DD72E-A416-4BDA-99F0-A253EB9582AD}" destId="{7CC1327E-B183-4059-852D-4B9BA1948884}" srcOrd="2" destOrd="0" parTransId="{5B0390E4-CB0B-4BCC-81BF-B82A902EF618}" sibTransId="{5513119E-F255-478C-AE5C-0FF440A8C2B2}"/>
    <dgm:cxn modelId="{D3714641-EF16-4095-B467-B202728A97F3}" type="presParOf" srcId="{4881D8C2-0396-4962-897B-47A4BA381CA8}" destId="{41B249DC-DB7B-4F0B-9C74-1733F006B8FD}" srcOrd="0" destOrd="0" presId="urn:microsoft.com/office/officeart/2005/8/layout/StepDownProcess"/>
    <dgm:cxn modelId="{5D1BD426-C563-432F-9025-B6E2B77CBF03}" type="presParOf" srcId="{41B249DC-DB7B-4F0B-9C74-1733F006B8FD}" destId="{2ABFD0E2-8ED2-4F64-802E-8E6E49DE4DC2}" srcOrd="0" destOrd="0" presId="urn:microsoft.com/office/officeart/2005/8/layout/StepDownProcess"/>
    <dgm:cxn modelId="{2413098B-1427-4F75-BF0B-2B6CD9ECC04D}" type="presParOf" srcId="{41B249DC-DB7B-4F0B-9C74-1733F006B8FD}" destId="{09E83E92-409A-41D5-8E4F-A2B065EC01DC}" srcOrd="1" destOrd="0" presId="urn:microsoft.com/office/officeart/2005/8/layout/StepDownProcess"/>
    <dgm:cxn modelId="{1794AE23-2DD5-4025-A19C-4C58232C292B}" type="presParOf" srcId="{41B249DC-DB7B-4F0B-9C74-1733F006B8FD}" destId="{727D5187-AE0A-41DC-87B3-274D937D0146}" srcOrd="2" destOrd="0" presId="urn:microsoft.com/office/officeart/2005/8/layout/StepDownProcess"/>
    <dgm:cxn modelId="{0BD9826C-A46D-41A2-B561-1272107956A1}" type="presParOf" srcId="{4881D8C2-0396-4962-897B-47A4BA381CA8}" destId="{C98982CC-1F03-40EB-8BC7-E76E742499C0}" srcOrd="1" destOrd="0" presId="urn:microsoft.com/office/officeart/2005/8/layout/StepDownProcess"/>
    <dgm:cxn modelId="{E9CD8DC1-CE65-4C00-9166-F03C17716DAA}" type="presParOf" srcId="{4881D8C2-0396-4962-897B-47A4BA381CA8}" destId="{16978878-DB6B-4149-8838-AFB480EA643F}" srcOrd="2" destOrd="0" presId="urn:microsoft.com/office/officeart/2005/8/layout/StepDownProcess"/>
    <dgm:cxn modelId="{AC457A4D-2418-4CAD-B19C-BD3B0FF04DEA}" type="presParOf" srcId="{16978878-DB6B-4149-8838-AFB480EA643F}" destId="{C1204A90-566D-407C-930F-B4AE273653A3}" srcOrd="0" destOrd="0" presId="urn:microsoft.com/office/officeart/2005/8/layout/StepDownProcess"/>
    <dgm:cxn modelId="{635261B2-C302-4F12-8F5D-68EBC2AC4B71}" type="presParOf" srcId="{16978878-DB6B-4149-8838-AFB480EA643F}" destId="{026D5470-5825-4420-ABC1-7D9420F8D847}" srcOrd="1" destOrd="0" presId="urn:microsoft.com/office/officeart/2005/8/layout/StepDownProcess"/>
    <dgm:cxn modelId="{6C10D32C-B899-4CD4-81F4-BB5E7AF1B31F}" type="presParOf" srcId="{16978878-DB6B-4149-8838-AFB480EA643F}" destId="{002037F3-D24B-4A62-8F4D-F62D7F3F24BC}" srcOrd="2" destOrd="0" presId="urn:microsoft.com/office/officeart/2005/8/layout/StepDownProcess"/>
    <dgm:cxn modelId="{DFEBA016-76A5-446B-913E-3C2689B63202}" type="presParOf" srcId="{4881D8C2-0396-4962-897B-47A4BA381CA8}" destId="{9580E54B-3E07-4C59-A7C1-FBC8DB5CA4AC}" srcOrd="3" destOrd="0" presId="urn:microsoft.com/office/officeart/2005/8/layout/StepDownProcess"/>
    <dgm:cxn modelId="{7066AE5F-9FB3-452F-AD5A-167C2487FC5D}" type="presParOf" srcId="{4881D8C2-0396-4962-897B-47A4BA381CA8}" destId="{65829B95-2EFF-449E-808C-08C520AF6EA2}" srcOrd="4" destOrd="0" presId="urn:microsoft.com/office/officeart/2005/8/layout/StepDownProcess"/>
    <dgm:cxn modelId="{67DFB7C0-9E3E-4C17-AFD8-49F4AF32E26C}" type="presParOf" srcId="{65829B95-2EFF-449E-808C-08C520AF6EA2}" destId="{07BA3686-6C5F-4752-925D-42AB86237B0D}" srcOrd="0" destOrd="0" presId="urn:microsoft.com/office/officeart/2005/8/layout/StepDownProcess"/>
    <dgm:cxn modelId="{DABAD2F7-8ABB-44C9-B635-4707225E3642}" type="presParOf" srcId="{65829B95-2EFF-449E-808C-08C520AF6EA2}" destId="{81A51BBB-E42F-4858-BCE8-7D030242B87A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BFD0E2-8ED2-4F64-802E-8E6E49DE4DC2}">
      <dsp:nvSpPr>
        <dsp:cNvPr id="0" name=""/>
        <dsp:cNvSpPr/>
      </dsp:nvSpPr>
      <dsp:spPr>
        <a:xfrm rot="5400000">
          <a:off x="1436370" y="1596757"/>
          <a:ext cx="1397952" cy="159151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E83E92-409A-41D5-8E4F-A2B065EC01DC}">
      <dsp:nvSpPr>
        <dsp:cNvPr id="0" name=""/>
        <dsp:cNvSpPr/>
      </dsp:nvSpPr>
      <dsp:spPr>
        <a:xfrm>
          <a:off x="1065997" y="47099"/>
          <a:ext cx="2353329" cy="164725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1" kern="1200" dirty="0"/>
            <a:t>Perform optimization</a:t>
          </a:r>
          <a:endParaRPr lang="en-SG" sz="2700" kern="1200" dirty="0"/>
        </a:p>
      </dsp:txBody>
      <dsp:txXfrm>
        <a:off x="1146424" y="127526"/>
        <a:ext cx="2192475" cy="1486400"/>
      </dsp:txXfrm>
    </dsp:sp>
    <dsp:sp modelId="{727D5187-AE0A-41DC-87B3-274D937D0146}">
      <dsp:nvSpPr>
        <dsp:cNvPr id="0" name=""/>
        <dsp:cNvSpPr/>
      </dsp:nvSpPr>
      <dsp:spPr>
        <a:xfrm>
          <a:off x="3534200" y="11644"/>
          <a:ext cx="3853142" cy="1692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Get customers for agent on this date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Get (Lat/Long) for Customer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Separate: customers with coordinates vs. without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Find prospects in the same barangay (geographic area) total 60 is reached</a:t>
          </a:r>
          <a:endParaRPr lang="en-SG" sz="1500" kern="1200" dirty="0"/>
        </a:p>
      </dsp:txBody>
      <dsp:txXfrm>
        <a:off x="3534200" y="11644"/>
        <a:ext cx="3853142" cy="1692800"/>
      </dsp:txXfrm>
    </dsp:sp>
    <dsp:sp modelId="{C1204A90-566D-407C-930F-B4AE273653A3}">
      <dsp:nvSpPr>
        <dsp:cNvPr id="0" name=""/>
        <dsp:cNvSpPr/>
      </dsp:nvSpPr>
      <dsp:spPr>
        <a:xfrm rot="5400000">
          <a:off x="3901503" y="3447167"/>
          <a:ext cx="1397952" cy="159151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6D5470-5825-4420-ABC1-7D9420F8D847}">
      <dsp:nvSpPr>
        <dsp:cNvPr id="0" name=""/>
        <dsp:cNvSpPr/>
      </dsp:nvSpPr>
      <dsp:spPr>
        <a:xfrm>
          <a:off x="3531131" y="1897509"/>
          <a:ext cx="2353329" cy="164725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Shortest route optimization</a:t>
          </a:r>
          <a:endParaRPr lang="en-SG" sz="2700" kern="1200" dirty="0"/>
        </a:p>
      </dsp:txBody>
      <dsp:txXfrm>
        <a:off x="3611558" y="1977936"/>
        <a:ext cx="2192475" cy="1486400"/>
      </dsp:txXfrm>
    </dsp:sp>
    <dsp:sp modelId="{002037F3-D24B-4A62-8F4D-F62D7F3F24BC}">
      <dsp:nvSpPr>
        <dsp:cNvPr id="0" name=""/>
        <dsp:cNvSpPr/>
      </dsp:nvSpPr>
      <dsp:spPr>
        <a:xfrm>
          <a:off x="5942808" y="2055451"/>
          <a:ext cx="4677563" cy="1331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Uses "Nearest Neighbor" algorithm starting from Distribution Center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Always go to the nearest unvisited customer next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Assign Stop Nos: 1,2,… N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SG" sz="1500" kern="1200" dirty="0"/>
            <a:t>Add Customers without coordinates as Stop No 100</a:t>
          </a:r>
        </a:p>
      </dsp:txBody>
      <dsp:txXfrm>
        <a:off x="5942808" y="2055451"/>
        <a:ext cx="4677563" cy="1331383"/>
      </dsp:txXfrm>
    </dsp:sp>
    <dsp:sp modelId="{07BA3686-6C5F-4752-925D-42AB86237B0D}">
      <dsp:nvSpPr>
        <dsp:cNvPr id="0" name=""/>
        <dsp:cNvSpPr/>
      </dsp:nvSpPr>
      <dsp:spPr>
        <a:xfrm>
          <a:off x="5996264" y="3747919"/>
          <a:ext cx="2353329" cy="164725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Update Database</a:t>
          </a:r>
          <a:endParaRPr lang="en-SG" sz="2700" kern="1200" dirty="0"/>
        </a:p>
      </dsp:txBody>
      <dsp:txXfrm>
        <a:off x="6076691" y="3828346"/>
        <a:ext cx="2192475" cy="1486400"/>
      </dsp:txXfrm>
    </dsp:sp>
    <dsp:sp modelId="{81A51BBB-E42F-4858-BCE8-7D030242B87A}">
      <dsp:nvSpPr>
        <dsp:cNvPr id="0" name=""/>
        <dsp:cNvSpPr/>
      </dsp:nvSpPr>
      <dsp:spPr>
        <a:xfrm>
          <a:off x="8349593" y="3905022"/>
          <a:ext cx="1711587" cy="1331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Update Stop no to existing table</a:t>
          </a:r>
        </a:p>
      </dsp:txBody>
      <dsp:txXfrm>
        <a:off x="8349593" y="3905022"/>
        <a:ext cx="1711587" cy="13313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BFD0E2-8ED2-4F64-802E-8E6E49DE4DC2}">
      <dsp:nvSpPr>
        <dsp:cNvPr id="0" name=""/>
        <dsp:cNvSpPr/>
      </dsp:nvSpPr>
      <dsp:spPr>
        <a:xfrm rot="5400000">
          <a:off x="1436370" y="1596757"/>
          <a:ext cx="1397952" cy="159151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E83E92-409A-41D5-8E4F-A2B065EC01DC}">
      <dsp:nvSpPr>
        <dsp:cNvPr id="0" name=""/>
        <dsp:cNvSpPr/>
      </dsp:nvSpPr>
      <dsp:spPr>
        <a:xfrm>
          <a:off x="1065997" y="47099"/>
          <a:ext cx="2353329" cy="164725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1" kern="1200" dirty="0"/>
            <a:t>Perform optimization</a:t>
          </a:r>
          <a:endParaRPr lang="en-SG" sz="2700" kern="1200" dirty="0"/>
        </a:p>
      </dsp:txBody>
      <dsp:txXfrm>
        <a:off x="1146424" y="127526"/>
        <a:ext cx="2192475" cy="1486400"/>
      </dsp:txXfrm>
    </dsp:sp>
    <dsp:sp modelId="{727D5187-AE0A-41DC-87B3-274D937D0146}">
      <dsp:nvSpPr>
        <dsp:cNvPr id="0" name=""/>
        <dsp:cNvSpPr/>
      </dsp:nvSpPr>
      <dsp:spPr>
        <a:xfrm>
          <a:off x="3534200" y="11644"/>
          <a:ext cx="3853142" cy="1692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Get customers for agent on this date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Get (Lat/Long) for Customer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Separate: customers with coordinates vs. without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Find prospects in the same barangay (geographic area) total 60 is reached</a:t>
          </a:r>
          <a:endParaRPr lang="en-SG" sz="1500" kern="1200" dirty="0"/>
        </a:p>
      </dsp:txBody>
      <dsp:txXfrm>
        <a:off x="3534200" y="11644"/>
        <a:ext cx="3853142" cy="1692800"/>
      </dsp:txXfrm>
    </dsp:sp>
    <dsp:sp modelId="{C1204A90-566D-407C-930F-B4AE273653A3}">
      <dsp:nvSpPr>
        <dsp:cNvPr id="0" name=""/>
        <dsp:cNvSpPr/>
      </dsp:nvSpPr>
      <dsp:spPr>
        <a:xfrm rot="5400000">
          <a:off x="3901503" y="3447167"/>
          <a:ext cx="1397952" cy="159151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6D5470-5825-4420-ABC1-7D9420F8D847}">
      <dsp:nvSpPr>
        <dsp:cNvPr id="0" name=""/>
        <dsp:cNvSpPr/>
      </dsp:nvSpPr>
      <dsp:spPr>
        <a:xfrm>
          <a:off x="3531131" y="1897509"/>
          <a:ext cx="2353329" cy="164725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Shortest route optimization</a:t>
          </a:r>
          <a:endParaRPr lang="en-SG" sz="2700" kern="1200" dirty="0"/>
        </a:p>
      </dsp:txBody>
      <dsp:txXfrm>
        <a:off x="3611558" y="1977936"/>
        <a:ext cx="2192475" cy="1486400"/>
      </dsp:txXfrm>
    </dsp:sp>
    <dsp:sp modelId="{002037F3-D24B-4A62-8F4D-F62D7F3F24BC}">
      <dsp:nvSpPr>
        <dsp:cNvPr id="0" name=""/>
        <dsp:cNvSpPr/>
      </dsp:nvSpPr>
      <dsp:spPr>
        <a:xfrm>
          <a:off x="5942808" y="2055451"/>
          <a:ext cx="4677563" cy="1331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Uses "Nearest Neighbor" algorithm starting from Distribution Center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Always go to the nearest unvisited customer next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Assign Stop Nos: 1,2,… N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SG" sz="1500" kern="1200" dirty="0"/>
            <a:t>Add Customers without coordinates as Stop No 100</a:t>
          </a:r>
        </a:p>
      </dsp:txBody>
      <dsp:txXfrm>
        <a:off x="5942808" y="2055451"/>
        <a:ext cx="4677563" cy="1331383"/>
      </dsp:txXfrm>
    </dsp:sp>
    <dsp:sp modelId="{07BA3686-6C5F-4752-925D-42AB86237B0D}">
      <dsp:nvSpPr>
        <dsp:cNvPr id="0" name=""/>
        <dsp:cNvSpPr/>
      </dsp:nvSpPr>
      <dsp:spPr>
        <a:xfrm>
          <a:off x="5996264" y="3747919"/>
          <a:ext cx="2353329" cy="164725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Update Database</a:t>
          </a:r>
          <a:endParaRPr lang="en-SG" sz="2700" kern="1200" dirty="0"/>
        </a:p>
      </dsp:txBody>
      <dsp:txXfrm>
        <a:off x="6076691" y="3828346"/>
        <a:ext cx="2192475" cy="1486400"/>
      </dsp:txXfrm>
    </dsp:sp>
    <dsp:sp modelId="{81A51BBB-E42F-4858-BCE8-7D030242B87A}">
      <dsp:nvSpPr>
        <dsp:cNvPr id="0" name=""/>
        <dsp:cNvSpPr/>
      </dsp:nvSpPr>
      <dsp:spPr>
        <a:xfrm>
          <a:off x="8349593" y="3905022"/>
          <a:ext cx="1711587" cy="1331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Update Stop no to existing table</a:t>
          </a:r>
        </a:p>
      </dsp:txBody>
      <dsp:txXfrm>
        <a:off x="8349593" y="3905022"/>
        <a:ext cx="1711587" cy="13313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BFD0E2-8ED2-4F64-802E-8E6E49DE4DC2}">
      <dsp:nvSpPr>
        <dsp:cNvPr id="0" name=""/>
        <dsp:cNvSpPr/>
      </dsp:nvSpPr>
      <dsp:spPr>
        <a:xfrm rot="5400000">
          <a:off x="1436370" y="1596757"/>
          <a:ext cx="1397952" cy="159151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E83E92-409A-41D5-8E4F-A2B065EC01DC}">
      <dsp:nvSpPr>
        <dsp:cNvPr id="0" name=""/>
        <dsp:cNvSpPr/>
      </dsp:nvSpPr>
      <dsp:spPr>
        <a:xfrm>
          <a:off x="1065997" y="47099"/>
          <a:ext cx="2353329" cy="164725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1" kern="1200" dirty="0"/>
            <a:t>Perform optimization</a:t>
          </a:r>
          <a:endParaRPr lang="en-SG" sz="2700" kern="1200" dirty="0"/>
        </a:p>
      </dsp:txBody>
      <dsp:txXfrm>
        <a:off x="1146424" y="127526"/>
        <a:ext cx="2192475" cy="1486400"/>
      </dsp:txXfrm>
    </dsp:sp>
    <dsp:sp modelId="{727D5187-AE0A-41DC-87B3-274D937D0146}">
      <dsp:nvSpPr>
        <dsp:cNvPr id="0" name=""/>
        <dsp:cNvSpPr/>
      </dsp:nvSpPr>
      <dsp:spPr>
        <a:xfrm>
          <a:off x="3534200" y="11644"/>
          <a:ext cx="3853142" cy="1692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Get customers for agent on this date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Get (Lat/Long) for Customer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Separate: customers with coordinates vs. without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Find prospects in the same barangay (geographic area) total 60 is reached</a:t>
          </a:r>
          <a:endParaRPr lang="en-SG" sz="1500" kern="1200" dirty="0"/>
        </a:p>
      </dsp:txBody>
      <dsp:txXfrm>
        <a:off x="3534200" y="11644"/>
        <a:ext cx="3853142" cy="1692800"/>
      </dsp:txXfrm>
    </dsp:sp>
    <dsp:sp modelId="{C1204A90-566D-407C-930F-B4AE273653A3}">
      <dsp:nvSpPr>
        <dsp:cNvPr id="0" name=""/>
        <dsp:cNvSpPr/>
      </dsp:nvSpPr>
      <dsp:spPr>
        <a:xfrm rot="5400000">
          <a:off x="3901503" y="3447167"/>
          <a:ext cx="1397952" cy="159151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6D5470-5825-4420-ABC1-7D9420F8D847}">
      <dsp:nvSpPr>
        <dsp:cNvPr id="0" name=""/>
        <dsp:cNvSpPr/>
      </dsp:nvSpPr>
      <dsp:spPr>
        <a:xfrm>
          <a:off x="3531131" y="1897509"/>
          <a:ext cx="2353329" cy="164725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Shortest route optimization</a:t>
          </a:r>
          <a:endParaRPr lang="en-SG" sz="2700" kern="1200" dirty="0"/>
        </a:p>
      </dsp:txBody>
      <dsp:txXfrm>
        <a:off x="3611558" y="1977936"/>
        <a:ext cx="2192475" cy="1486400"/>
      </dsp:txXfrm>
    </dsp:sp>
    <dsp:sp modelId="{002037F3-D24B-4A62-8F4D-F62D7F3F24BC}">
      <dsp:nvSpPr>
        <dsp:cNvPr id="0" name=""/>
        <dsp:cNvSpPr/>
      </dsp:nvSpPr>
      <dsp:spPr>
        <a:xfrm>
          <a:off x="5942808" y="2055451"/>
          <a:ext cx="4677563" cy="1331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Uses "Nearest Neighbor" algorithm starting from Distribution Center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Always go to the nearest unvisited customer next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Assign Stop Nos: 1,2,… N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SG" sz="1500" kern="1200" dirty="0"/>
            <a:t>Add Customers without coordinates as Stop No 100</a:t>
          </a:r>
        </a:p>
      </dsp:txBody>
      <dsp:txXfrm>
        <a:off x="5942808" y="2055451"/>
        <a:ext cx="4677563" cy="1331383"/>
      </dsp:txXfrm>
    </dsp:sp>
    <dsp:sp modelId="{07BA3686-6C5F-4752-925D-42AB86237B0D}">
      <dsp:nvSpPr>
        <dsp:cNvPr id="0" name=""/>
        <dsp:cNvSpPr/>
      </dsp:nvSpPr>
      <dsp:spPr>
        <a:xfrm>
          <a:off x="5996264" y="3747919"/>
          <a:ext cx="2353329" cy="164725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Update Database</a:t>
          </a:r>
          <a:endParaRPr lang="en-SG" sz="2700" kern="1200" dirty="0"/>
        </a:p>
      </dsp:txBody>
      <dsp:txXfrm>
        <a:off x="6076691" y="3828346"/>
        <a:ext cx="2192475" cy="1486400"/>
      </dsp:txXfrm>
    </dsp:sp>
    <dsp:sp modelId="{81A51BBB-E42F-4858-BCE8-7D030242B87A}">
      <dsp:nvSpPr>
        <dsp:cNvPr id="0" name=""/>
        <dsp:cNvSpPr/>
      </dsp:nvSpPr>
      <dsp:spPr>
        <a:xfrm>
          <a:off x="8349593" y="3905022"/>
          <a:ext cx="1711587" cy="1331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Update Stop no to existing table</a:t>
          </a:r>
        </a:p>
      </dsp:txBody>
      <dsp:txXfrm>
        <a:off x="8349593" y="3905022"/>
        <a:ext cx="1711587" cy="13313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BFD0E2-8ED2-4F64-802E-8E6E49DE4DC2}">
      <dsp:nvSpPr>
        <dsp:cNvPr id="0" name=""/>
        <dsp:cNvSpPr/>
      </dsp:nvSpPr>
      <dsp:spPr>
        <a:xfrm rot="5400000">
          <a:off x="1436370" y="1596757"/>
          <a:ext cx="1397952" cy="159151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E83E92-409A-41D5-8E4F-A2B065EC01DC}">
      <dsp:nvSpPr>
        <dsp:cNvPr id="0" name=""/>
        <dsp:cNvSpPr/>
      </dsp:nvSpPr>
      <dsp:spPr>
        <a:xfrm>
          <a:off x="1065997" y="47099"/>
          <a:ext cx="2353329" cy="164725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1" kern="1200" dirty="0"/>
            <a:t>Perform optimization</a:t>
          </a:r>
          <a:endParaRPr lang="en-SG" sz="2700" kern="1200" dirty="0"/>
        </a:p>
      </dsp:txBody>
      <dsp:txXfrm>
        <a:off x="1146424" y="127526"/>
        <a:ext cx="2192475" cy="1486400"/>
      </dsp:txXfrm>
    </dsp:sp>
    <dsp:sp modelId="{727D5187-AE0A-41DC-87B3-274D937D0146}">
      <dsp:nvSpPr>
        <dsp:cNvPr id="0" name=""/>
        <dsp:cNvSpPr/>
      </dsp:nvSpPr>
      <dsp:spPr>
        <a:xfrm>
          <a:off x="3534200" y="11644"/>
          <a:ext cx="3853142" cy="1692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Get customers for agent on this date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Get (Lat/Long) for Customer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Separate: customers with coordinates vs. without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Find prospects in the same barangay (geographic area) total 60 is reached</a:t>
          </a:r>
          <a:endParaRPr lang="en-SG" sz="1500" kern="1200" dirty="0"/>
        </a:p>
      </dsp:txBody>
      <dsp:txXfrm>
        <a:off x="3534200" y="11644"/>
        <a:ext cx="3853142" cy="1692800"/>
      </dsp:txXfrm>
    </dsp:sp>
    <dsp:sp modelId="{C1204A90-566D-407C-930F-B4AE273653A3}">
      <dsp:nvSpPr>
        <dsp:cNvPr id="0" name=""/>
        <dsp:cNvSpPr/>
      </dsp:nvSpPr>
      <dsp:spPr>
        <a:xfrm rot="5400000">
          <a:off x="3901503" y="3447167"/>
          <a:ext cx="1397952" cy="159151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6D5470-5825-4420-ABC1-7D9420F8D847}">
      <dsp:nvSpPr>
        <dsp:cNvPr id="0" name=""/>
        <dsp:cNvSpPr/>
      </dsp:nvSpPr>
      <dsp:spPr>
        <a:xfrm>
          <a:off x="3531131" y="1897509"/>
          <a:ext cx="2353329" cy="164725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Shortest route optimization</a:t>
          </a:r>
          <a:endParaRPr lang="en-SG" sz="2700" kern="1200" dirty="0"/>
        </a:p>
      </dsp:txBody>
      <dsp:txXfrm>
        <a:off x="3611558" y="1977936"/>
        <a:ext cx="2192475" cy="1486400"/>
      </dsp:txXfrm>
    </dsp:sp>
    <dsp:sp modelId="{002037F3-D24B-4A62-8F4D-F62D7F3F24BC}">
      <dsp:nvSpPr>
        <dsp:cNvPr id="0" name=""/>
        <dsp:cNvSpPr/>
      </dsp:nvSpPr>
      <dsp:spPr>
        <a:xfrm>
          <a:off x="5942808" y="2055451"/>
          <a:ext cx="4677563" cy="1331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Uses "Nearest Neighbor" algorithm starting from Distribution Center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Always go to the nearest unvisited customer next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Assign Stop Nos: 1,2,… N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SG" sz="1500" kern="1200" dirty="0"/>
            <a:t>Add Customers without coordinates as Stop No 100</a:t>
          </a:r>
        </a:p>
      </dsp:txBody>
      <dsp:txXfrm>
        <a:off x="5942808" y="2055451"/>
        <a:ext cx="4677563" cy="1331383"/>
      </dsp:txXfrm>
    </dsp:sp>
    <dsp:sp modelId="{07BA3686-6C5F-4752-925D-42AB86237B0D}">
      <dsp:nvSpPr>
        <dsp:cNvPr id="0" name=""/>
        <dsp:cNvSpPr/>
      </dsp:nvSpPr>
      <dsp:spPr>
        <a:xfrm>
          <a:off x="5996264" y="3747919"/>
          <a:ext cx="2353329" cy="164725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Update Database</a:t>
          </a:r>
          <a:endParaRPr lang="en-SG" sz="2700" kern="1200" dirty="0"/>
        </a:p>
      </dsp:txBody>
      <dsp:txXfrm>
        <a:off x="6076691" y="3828346"/>
        <a:ext cx="2192475" cy="1486400"/>
      </dsp:txXfrm>
    </dsp:sp>
    <dsp:sp modelId="{81A51BBB-E42F-4858-BCE8-7D030242B87A}">
      <dsp:nvSpPr>
        <dsp:cNvPr id="0" name=""/>
        <dsp:cNvSpPr/>
      </dsp:nvSpPr>
      <dsp:spPr>
        <a:xfrm>
          <a:off x="8349593" y="3905022"/>
          <a:ext cx="1711587" cy="1331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Update Stop no to existing table</a:t>
          </a:r>
        </a:p>
      </dsp:txBody>
      <dsp:txXfrm>
        <a:off x="8349593" y="3905022"/>
        <a:ext cx="1711587" cy="13313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BFD0E2-8ED2-4F64-802E-8E6E49DE4DC2}">
      <dsp:nvSpPr>
        <dsp:cNvPr id="0" name=""/>
        <dsp:cNvSpPr/>
      </dsp:nvSpPr>
      <dsp:spPr>
        <a:xfrm rot="5400000">
          <a:off x="1436370" y="1596757"/>
          <a:ext cx="1397952" cy="159151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E83E92-409A-41D5-8E4F-A2B065EC01DC}">
      <dsp:nvSpPr>
        <dsp:cNvPr id="0" name=""/>
        <dsp:cNvSpPr/>
      </dsp:nvSpPr>
      <dsp:spPr>
        <a:xfrm>
          <a:off x="1065997" y="47099"/>
          <a:ext cx="2353329" cy="164725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1" kern="1200" dirty="0"/>
            <a:t>Perform optimization</a:t>
          </a:r>
          <a:endParaRPr lang="en-SG" sz="2700" kern="1200" dirty="0"/>
        </a:p>
      </dsp:txBody>
      <dsp:txXfrm>
        <a:off x="1146424" y="127526"/>
        <a:ext cx="2192475" cy="1486400"/>
      </dsp:txXfrm>
    </dsp:sp>
    <dsp:sp modelId="{727D5187-AE0A-41DC-87B3-274D937D0146}">
      <dsp:nvSpPr>
        <dsp:cNvPr id="0" name=""/>
        <dsp:cNvSpPr/>
      </dsp:nvSpPr>
      <dsp:spPr>
        <a:xfrm>
          <a:off x="3534200" y="11644"/>
          <a:ext cx="3853142" cy="1692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Get customers for agent on this date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Get (Lat/Long) for Customer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Separate: customers with coordinates vs. without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Find prospects in the same barangay (geographic area) total 60 is reached</a:t>
          </a:r>
          <a:endParaRPr lang="en-SG" sz="1500" kern="1200" dirty="0"/>
        </a:p>
      </dsp:txBody>
      <dsp:txXfrm>
        <a:off x="3534200" y="11644"/>
        <a:ext cx="3853142" cy="1692800"/>
      </dsp:txXfrm>
    </dsp:sp>
    <dsp:sp modelId="{C1204A90-566D-407C-930F-B4AE273653A3}">
      <dsp:nvSpPr>
        <dsp:cNvPr id="0" name=""/>
        <dsp:cNvSpPr/>
      </dsp:nvSpPr>
      <dsp:spPr>
        <a:xfrm rot="5400000">
          <a:off x="3901503" y="3447167"/>
          <a:ext cx="1397952" cy="159151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6D5470-5825-4420-ABC1-7D9420F8D847}">
      <dsp:nvSpPr>
        <dsp:cNvPr id="0" name=""/>
        <dsp:cNvSpPr/>
      </dsp:nvSpPr>
      <dsp:spPr>
        <a:xfrm>
          <a:off x="3531131" y="1897509"/>
          <a:ext cx="2353329" cy="164725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Shortest route optimization</a:t>
          </a:r>
          <a:endParaRPr lang="en-SG" sz="2700" kern="1200" dirty="0"/>
        </a:p>
      </dsp:txBody>
      <dsp:txXfrm>
        <a:off x="3611558" y="1977936"/>
        <a:ext cx="2192475" cy="1486400"/>
      </dsp:txXfrm>
    </dsp:sp>
    <dsp:sp modelId="{002037F3-D24B-4A62-8F4D-F62D7F3F24BC}">
      <dsp:nvSpPr>
        <dsp:cNvPr id="0" name=""/>
        <dsp:cNvSpPr/>
      </dsp:nvSpPr>
      <dsp:spPr>
        <a:xfrm>
          <a:off x="5942808" y="2055451"/>
          <a:ext cx="4677563" cy="1331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Uses "Nearest Neighbor" algorithm starting from Distribution Center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Always go to the nearest unvisited customer next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Assign Stop Nos: 1,2,… N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SG" sz="1500" kern="1200" dirty="0"/>
            <a:t>Add Customers without coordinates as Stop No 100</a:t>
          </a:r>
        </a:p>
      </dsp:txBody>
      <dsp:txXfrm>
        <a:off x="5942808" y="2055451"/>
        <a:ext cx="4677563" cy="1331383"/>
      </dsp:txXfrm>
    </dsp:sp>
    <dsp:sp modelId="{07BA3686-6C5F-4752-925D-42AB86237B0D}">
      <dsp:nvSpPr>
        <dsp:cNvPr id="0" name=""/>
        <dsp:cNvSpPr/>
      </dsp:nvSpPr>
      <dsp:spPr>
        <a:xfrm>
          <a:off x="5996264" y="3747919"/>
          <a:ext cx="2353329" cy="164725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Update Database</a:t>
          </a:r>
          <a:endParaRPr lang="en-SG" sz="2700" kern="1200" dirty="0"/>
        </a:p>
      </dsp:txBody>
      <dsp:txXfrm>
        <a:off x="6076691" y="3828346"/>
        <a:ext cx="2192475" cy="1486400"/>
      </dsp:txXfrm>
    </dsp:sp>
    <dsp:sp modelId="{81A51BBB-E42F-4858-BCE8-7D030242B87A}">
      <dsp:nvSpPr>
        <dsp:cNvPr id="0" name=""/>
        <dsp:cNvSpPr/>
      </dsp:nvSpPr>
      <dsp:spPr>
        <a:xfrm>
          <a:off x="8349593" y="3905022"/>
          <a:ext cx="1711587" cy="1331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Update Stop no to existing table</a:t>
          </a:r>
        </a:p>
      </dsp:txBody>
      <dsp:txXfrm>
        <a:off x="8349593" y="3905022"/>
        <a:ext cx="1711587" cy="13313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8A1EA-1FDD-6EA3-03F5-B70595D53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D359C-3AED-0255-183C-5A05EEFC3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B9AAE-F86C-FECE-DF70-8942C6FF5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673E9-4324-45C3-958F-3E64DCC25A74}" type="datetimeFigureOut">
              <a:rPr lang="en-SG" smtClean="0"/>
              <a:t>14/10/2025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9CA9F-2369-EF88-6AF2-4DCE1BBF3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EC52F-A568-1F27-DD61-FFAD25827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C52D-FBBB-42EE-AE1F-99F669ACDF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07569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95E8B-3979-CBA8-B89A-649C7E326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CE0E3-9496-AD9B-A86D-FF2B0B057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4D1BF-B21D-6F6F-02BE-E743A22AF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673E9-4324-45C3-958F-3E64DCC25A74}" type="datetimeFigureOut">
              <a:rPr lang="en-SG" smtClean="0"/>
              <a:t>14/10/2025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8BC33-0A0B-FDD9-AAD6-4F8C092CD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04555-C33E-50AB-1C7F-060C42EF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C52D-FBBB-42EE-AE1F-99F669ACDF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91123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063D-6D9A-9270-82C7-FC827FD25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ED3CD-CDD0-350E-9C7D-B8DD40479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73C36-4277-80AE-03C3-5FA44678F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673E9-4324-45C3-958F-3E64DCC25A74}" type="datetimeFigureOut">
              <a:rPr lang="en-SG" smtClean="0"/>
              <a:t>14/10/2025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D77C2-D941-9697-F489-26972ED14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B8B9D-CF5A-7A82-EF15-B541FC7B1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C52D-FBBB-42EE-AE1F-99F669ACDF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60409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02B12-D173-CD92-4334-C370565FC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7E00E-A693-3A18-84F1-C9CF4C47D8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4C4D3-5B02-22CD-E3F9-A94D40C69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7147EA-83ED-AF06-00C6-7B8C7352A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673E9-4324-45C3-958F-3E64DCC25A74}" type="datetimeFigureOut">
              <a:rPr lang="en-SG" smtClean="0"/>
              <a:t>14/10/2025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90B8E-EA36-C669-2C01-E009F1391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EC71B-93CE-4DDE-875E-6C7E6FB4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C52D-FBBB-42EE-AE1F-99F669ACDF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818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79E55-8298-C565-DFE7-5BFEC2BE5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9FFE7-4079-B7F1-69CD-4534F6ABA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35F08-A2E2-64DF-54A0-AF858ED8A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83B86D-41B1-DDEB-9079-5F8DE5638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F39F8A-7FC1-9746-EEE6-DDDF98981F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D9090C-37ED-8A5C-C35B-834796208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673E9-4324-45C3-958F-3E64DCC25A74}" type="datetimeFigureOut">
              <a:rPr lang="en-SG" smtClean="0"/>
              <a:t>14/10/2025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A50F8D-7D42-D01F-22DF-E8B37FD02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236A1B-1F08-B246-9AD1-C9B1CE7E9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C52D-FBBB-42EE-AE1F-99F669ACDF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92711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8360F-C269-34CA-308C-52E05DF74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871C7B-7C5B-E697-09C7-FC5423396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673E9-4324-45C3-958F-3E64DCC25A74}" type="datetimeFigureOut">
              <a:rPr lang="en-SG" smtClean="0"/>
              <a:t>14/10/2025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EE8EC3-3981-6707-DAF7-6724F707B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B00727-986C-6D4F-D634-3058D707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C52D-FBBB-42EE-AE1F-99F669ACDF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39277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B9CC02-E6DE-2620-2224-0BD68D91E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673E9-4324-45C3-958F-3E64DCC25A74}" type="datetimeFigureOut">
              <a:rPr lang="en-SG" smtClean="0"/>
              <a:t>14/10/2025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2464A0-F0F7-B049-D0E8-4F45B10A2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D847A-A516-54CF-C8CF-73FC724B4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C52D-FBBB-42EE-AE1F-99F669ACDF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78386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7E175-3346-D647-0320-514FF5520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E80A8-2A9A-F151-ED20-C0A66E648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DA8933-7B47-2DFD-0D3E-BF1D7645F5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72D6B-4AAB-5992-6892-D34AB11F6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673E9-4324-45C3-958F-3E64DCC25A74}" type="datetimeFigureOut">
              <a:rPr lang="en-SG" smtClean="0"/>
              <a:t>14/10/2025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59D8E0-6959-23E9-EFB1-5601E61FB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5A9B3-B585-174B-2717-D5040D1C7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C52D-FBBB-42EE-AE1F-99F669ACDF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40012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5D2E9-EB43-1A18-A05A-D42C8F7FA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BC6938-BEF3-C006-D6D6-AF0E651B39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E9D6B-9FF5-9BE4-8D53-784384204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14566-43FF-3F40-A26F-896492747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673E9-4324-45C3-958F-3E64DCC25A74}" type="datetimeFigureOut">
              <a:rPr lang="en-SG" smtClean="0"/>
              <a:t>14/10/2025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7B553-6C33-8DA0-6FD3-A379DE51D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32C62-5F94-3B59-57AF-F24ABA6D5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C52D-FBBB-42EE-AE1F-99F669ACDF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92616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0D55A-60CA-04C0-FD63-4D0C91389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EA665-32CB-EA7C-F912-F4FF2D8129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3A91D-C04E-9293-B8EE-41C2ACF11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673E9-4324-45C3-958F-3E64DCC25A74}" type="datetimeFigureOut">
              <a:rPr lang="en-SG" smtClean="0"/>
              <a:t>14/10/2025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34691-AC7D-5AA1-B3E5-4389392C8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8C4D9-CA45-D377-505E-85B123A4E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C52D-FBBB-42EE-AE1F-99F669ACDF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0395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763A61-B8BB-44C1-7675-0E58C93E9E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64622-42E6-DBB1-3714-2AE4BBB3D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5B512-6E3A-B7A6-E632-ABD1414CC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673E9-4324-45C3-958F-3E64DCC25A74}" type="datetimeFigureOut">
              <a:rPr lang="en-SG" smtClean="0"/>
              <a:t>14/10/2025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21F2B-945F-3BDC-26D6-852CE49F9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B7BFF-29F1-2216-3155-2CF43AB52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C52D-FBBB-42EE-AE1F-99F669ACDF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880867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7C11E4-8F1A-336C-BAD5-863A55E8A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33B9C-2F25-408C-B80D-455A82F39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160CF-6E77-3047-7D33-DD9639233E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A673E9-4324-45C3-958F-3E64DCC25A74}" type="datetimeFigureOut">
              <a:rPr lang="en-SG" smtClean="0"/>
              <a:t>14/10/2025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BF7FC-BF8B-7626-46EC-70F6CDE88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FB105-1898-B078-BD50-8898FDB28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4C52D-FBBB-42EE-AE1F-99F669ACDF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621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4.xml"/><Relationship Id="rId3" Type="http://schemas.openxmlformats.org/officeDocument/2006/relationships/diagramLayout" Target="../diagrams/layout4.xml"/><Relationship Id="rId4" Type="http://schemas.openxmlformats.org/officeDocument/2006/relationships/diagramQuickStyle" Target="../diagrams/quickStyle4.xml"/><Relationship Id="rId5" Type="http://schemas.openxmlformats.org/officeDocument/2006/relationships/diagramColors" Target="../diagrams/colors4.xml"/><Relationship Id="rId6" Type="http://schemas.microsoft.com/office/2007/relationships/diagramDrawing" Target="../diagrams/drawing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5.xml"/><Relationship Id="rId3" Type="http://schemas.openxmlformats.org/officeDocument/2006/relationships/diagramLayout" Target="../diagrams/layout5.xml"/><Relationship Id="rId4" Type="http://schemas.openxmlformats.org/officeDocument/2006/relationships/diagramQuickStyle" Target="../diagrams/quickStyle5.xml"/><Relationship Id="rId5" Type="http://schemas.openxmlformats.org/officeDocument/2006/relationships/diagramColors" Target="../diagrams/colors5.xml"/><Relationship Id="rId6" Type="http://schemas.microsoft.com/office/2007/relationships/diagramDrawing" Target="../diagrams/drawing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A66980F-02D7-EDF6-08EA-39AC365225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7506018"/>
              </p:ext>
            </p:extLst>
          </p:nvPr>
        </p:nvGraphicFramePr>
        <p:xfrm>
          <a:off x="498763" y="719666"/>
          <a:ext cx="1112717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Arrow: Up-Down 4">
            <a:extLst>
              <a:ext uri="{FF2B5EF4-FFF2-40B4-BE49-F238E27FC236}">
                <a16:creationId xmlns:a16="http://schemas.microsoft.com/office/drawing/2014/main" id="{C12A20AE-CD5C-CC2E-94F6-2AABC4B7D002}"/>
              </a:ext>
            </a:extLst>
          </p:cNvPr>
          <p:cNvSpPr/>
          <p:nvPr/>
        </p:nvSpPr>
        <p:spPr>
          <a:xfrm>
            <a:off x="249382" y="831273"/>
            <a:ext cx="748145" cy="5307060"/>
          </a:xfrm>
          <a:prstGeom prst="up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8CA105-3439-72EB-DBF5-791E52A0E7E3}"/>
              </a:ext>
            </a:extLst>
          </p:cNvPr>
          <p:cNvSpPr txBox="1"/>
          <p:nvPr/>
        </p:nvSpPr>
        <p:spPr>
          <a:xfrm>
            <a:off x="997527" y="4560125"/>
            <a:ext cx="22325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Repeat for every Distributor / Agent / Date for the Month</a:t>
            </a:r>
          </a:p>
        </p:txBody>
      </p:sp>
    </p:spTree>
    <p:extLst>
      <p:ext uri="{BB962C8B-B14F-4D97-AF65-F5344CB8AC3E}">
        <p14:creationId xmlns:p14="http://schemas.microsoft.com/office/powerpoint/2010/main" val="2467716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22D1E-30C4-2802-31E5-2E2EAFEB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BBEE0CB-96BC-F4C8-1D32-60FE1C60A088}"/>
              </a:ext>
            </a:extLst>
          </p:cNvPr>
          <p:cNvGraphicFramePr/>
          <p:nvPr/>
        </p:nvGraphicFramePr>
        <p:xfrm>
          <a:off x="498763" y="719666"/>
          <a:ext cx="1112717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Arrow: Up-Down 4">
            <a:extLst>
              <a:ext uri="{FF2B5EF4-FFF2-40B4-BE49-F238E27FC236}">
                <a16:creationId xmlns:a16="http://schemas.microsoft.com/office/drawing/2014/main" id="{E5DC45BD-CE42-E882-E83E-7C60DA9458D2}"/>
              </a:ext>
            </a:extLst>
          </p:cNvPr>
          <p:cNvSpPr/>
          <p:nvPr/>
        </p:nvSpPr>
        <p:spPr>
          <a:xfrm>
            <a:off x="249382" y="831273"/>
            <a:ext cx="748145" cy="5307060"/>
          </a:xfrm>
          <a:prstGeom prst="up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93826E-DEA0-D0ED-C838-16F3EC0C9BAA}"/>
              </a:ext>
            </a:extLst>
          </p:cNvPr>
          <p:cNvSpPr txBox="1"/>
          <p:nvPr/>
        </p:nvSpPr>
        <p:spPr>
          <a:xfrm>
            <a:off x="997527" y="4560125"/>
            <a:ext cx="22325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Repeat for every Distributor / Agent / Date for the Month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083327-0540-7AB6-C5D2-0316B677A953}"/>
              </a:ext>
            </a:extLst>
          </p:cNvPr>
          <p:cNvSpPr txBox="1"/>
          <p:nvPr/>
        </p:nvSpPr>
        <p:spPr>
          <a:xfrm>
            <a:off x="641268" y="130629"/>
            <a:ext cx="4393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Scenario A: </a:t>
            </a:r>
          </a:p>
        </p:txBody>
      </p:sp>
    </p:spTree>
    <p:extLst>
      <p:ext uri="{BB962C8B-B14F-4D97-AF65-F5344CB8AC3E}">
        <p14:creationId xmlns:p14="http://schemas.microsoft.com/office/powerpoint/2010/main" val="2278028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AB6EE-C944-8EB6-53A1-F04F7F39A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8C7B64E-5055-4335-5E36-B01C747531C6}"/>
              </a:ext>
            </a:extLst>
          </p:cNvPr>
          <p:cNvGraphicFramePr/>
          <p:nvPr/>
        </p:nvGraphicFramePr>
        <p:xfrm>
          <a:off x="498763" y="719666"/>
          <a:ext cx="1112717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Arrow: Up-Down 4">
            <a:extLst>
              <a:ext uri="{FF2B5EF4-FFF2-40B4-BE49-F238E27FC236}">
                <a16:creationId xmlns:a16="http://schemas.microsoft.com/office/drawing/2014/main" id="{82B2EB5F-6E94-E793-55C0-8EA6C0AB958E}"/>
              </a:ext>
            </a:extLst>
          </p:cNvPr>
          <p:cNvSpPr/>
          <p:nvPr/>
        </p:nvSpPr>
        <p:spPr>
          <a:xfrm>
            <a:off x="249382" y="831273"/>
            <a:ext cx="748145" cy="5307060"/>
          </a:xfrm>
          <a:prstGeom prst="up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D8C215-7BFE-C8F0-E774-2F16F11708A6}"/>
              </a:ext>
            </a:extLst>
          </p:cNvPr>
          <p:cNvSpPr txBox="1"/>
          <p:nvPr/>
        </p:nvSpPr>
        <p:spPr>
          <a:xfrm>
            <a:off x="997527" y="4560125"/>
            <a:ext cx="22325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Repeat for every Distributor / Agent / Date for the Month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0EF4CE-88F4-6DFD-7D37-71304FFA2E28}"/>
              </a:ext>
            </a:extLst>
          </p:cNvPr>
          <p:cNvSpPr txBox="1"/>
          <p:nvPr/>
        </p:nvSpPr>
        <p:spPr>
          <a:xfrm>
            <a:off x="641268" y="130629"/>
            <a:ext cx="4393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Scenario B: </a:t>
            </a:r>
          </a:p>
        </p:txBody>
      </p:sp>
    </p:spTree>
    <p:extLst>
      <p:ext uri="{BB962C8B-B14F-4D97-AF65-F5344CB8AC3E}">
        <p14:creationId xmlns:p14="http://schemas.microsoft.com/office/powerpoint/2010/main" val="225221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70538-9277-4C2C-AEAB-EB180EF9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84F7CC4-69A2-085A-B89F-5B9937A4D51B}"/>
              </a:ext>
            </a:extLst>
          </p:cNvPr>
          <p:cNvGraphicFramePr/>
          <p:nvPr/>
        </p:nvGraphicFramePr>
        <p:xfrm>
          <a:off x="498763" y="719666"/>
          <a:ext cx="1112717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Arrow: Up-Down 4">
            <a:extLst>
              <a:ext uri="{FF2B5EF4-FFF2-40B4-BE49-F238E27FC236}">
                <a16:creationId xmlns:a16="http://schemas.microsoft.com/office/drawing/2014/main" id="{C1D62411-4E4F-FBA1-F726-B0EDA1FA100F}"/>
              </a:ext>
            </a:extLst>
          </p:cNvPr>
          <p:cNvSpPr/>
          <p:nvPr/>
        </p:nvSpPr>
        <p:spPr>
          <a:xfrm>
            <a:off x="249382" y="831273"/>
            <a:ext cx="748145" cy="5307060"/>
          </a:xfrm>
          <a:prstGeom prst="up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DCF267-1D3A-DFEF-DE9A-6F8F9F9B5985}"/>
              </a:ext>
            </a:extLst>
          </p:cNvPr>
          <p:cNvSpPr txBox="1"/>
          <p:nvPr/>
        </p:nvSpPr>
        <p:spPr>
          <a:xfrm>
            <a:off x="997527" y="4560125"/>
            <a:ext cx="22325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Repeat for every Distributor / Agent / Date for the Month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5EEE18-9432-F181-CF7C-5640A2E832C2}"/>
              </a:ext>
            </a:extLst>
          </p:cNvPr>
          <p:cNvSpPr txBox="1"/>
          <p:nvPr/>
        </p:nvSpPr>
        <p:spPr>
          <a:xfrm>
            <a:off x="641268" y="130629"/>
            <a:ext cx="4393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Scenario C: </a:t>
            </a:r>
          </a:p>
        </p:txBody>
      </p:sp>
    </p:spTree>
    <p:extLst>
      <p:ext uri="{BB962C8B-B14F-4D97-AF65-F5344CB8AC3E}">
        <p14:creationId xmlns:p14="http://schemas.microsoft.com/office/powerpoint/2010/main" val="416317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0A88E-2A65-3B78-8BF3-A4C942B20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D80F02D-9835-4403-B800-4429A36E99E7}"/>
              </a:ext>
            </a:extLst>
          </p:cNvPr>
          <p:cNvGraphicFramePr/>
          <p:nvPr/>
        </p:nvGraphicFramePr>
        <p:xfrm>
          <a:off x="498763" y="719666"/>
          <a:ext cx="1112717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Arrow: Up-Down 4">
            <a:extLst>
              <a:ext uri="{FF2B5EF4-FFF2-40B4-BE49-F238E27FC236}">
                <a16:creationId xmlns:a16="http://schemas.microsoft.com/office/drawing/2014/main" id="{E9E34637-4061-BCA0-0FE6-3678AAEEB0D1}"/>
              </a:ext>
            </a:extLst>
          </p:cNvPr>
          <p:cNvSpPr/>
          <p:nvPr/>
        </p:nvSpPr>
        <p:spPr>
          <a:xfrm>
            <a:off x="249382" y="831273"/>
            <a:ext cx="748145" cy="5307060"/>
          </a:xfrm>
          <a:prstGeom prst="up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6C09CE-AE5B-23A5-D2D4-04B44E734096}"/>
              </a:ext>
            </a:extLst>
          </p:cNvPr>
          <p:cNvSpPr txBox="1"/>
          <p:nvPr/>
        </p:nvSpPr>
        <p:spPr>
          <a:xfrm>
            <a:off x="997527" y="4560125"/>
            <a:ext cx="22325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Repeat for every Distributor / Agent / Date for the Month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C439A9-0A0D-F61A-8606-F69734FB6561}"/>
              </a:ext>
            </a:extLst>
          </p:cNvPr>
          <p:cNvSpPr txBox="1"/>
          <p:nvPr/>
        </p:nvSpPr>
        <p:spPr>
          <a:xfrm>
            <a:off x="641268" y="130629"/>
            <a:ext cx="4393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Scenario D: </a:t>
            </a:r>
          </a:p>
        </p:txBody>
      </p:sp>
    </p:spTree>
    <p:extLst>
      <p:ext uri="{BB962C8B-B14F-4D97-AF65-F5344CB8AC3E}">
        <p14:creationId xmlns:p14="http://schemas.microsoft.com/office/powerpoint/2010/main" val="1254632319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System Handles Different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route optimization system adapts to various situations:</a:t>
            </a:r>
          </a:p>
          <a:p>
            <a:pPr lvl="1">
              <a:defRPr sz="2000"/>
            </a:pPr>
            <a:r>
              <a:t>📊 Customer Count Scenarios (Busy vs. Light days)</a:t>
            </a:r>
          </a:p>
          <a:p>
            <a:pPr lvl="1">
              <a:defRPr sz="2000"/>
            </a:pPr>
            <a:r>
              <a:t>📍 Location Data Scenarios (With vs. Without coordinates)</a:t>
            </a:r>
          </a:p>
          <a:p>
            <a:pPr lvl="1">
              <a:defRPr sz="2000"/>
            </a:pPr>
            <a:r>
              <a:t>👥 Prospect Availability Scenarios</a:t>
            </a:r>
          </a:p>
          <a:p>
            <a:pPr lvl="1">
              <a:defRPr sz="2000"/>
            </a:pPr>
            <a:r>
              <a:t>🔄 Processing Order &amp; Sequential Numbering</a:t>
            </a:r>
          </a:p>
          <a:p>
            <a:pPr lvl="1">
              <a:defRPr sz="2000"/>
            </a:pPr>
            <a:r>
              <a:t>⚠️ Special Cases &amp; Edge Conditions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1: Customer Count Variations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>
                <a:solidFill>
                  <a:srgbClr val="0066CC"/>
                </a:solidFill>
              </a:defRPr>
            </a:pPr>
            <a:r>
              <a:t>High Volume (25+ customers)</a:t>
            </a:r>
          </a:p>
          <a:p>
            <a:pPr lvl="1">
              <a:defRPr sz="1600"/>
            </a:pPr>
            <a:r>
              <a:t>Full optimization with maximum benefit, prospects added to reach ~60</a:t>
            </a:r>
          </a:p>
          <a:p>
            <a:pPr>
              <a:defRPr sz="1800" b="1">
                <a:solidFill>
                  <a:srgbClr val="0066CC"/>
                </a:solidFill>
              </a:defRPr>
            </a:pPr>
            <a:r>
              <a:t>Medium Volume (10-24 customers)</a:t>
            </a:r>
          </a:p>
          <a:p>
            <a:pPr lvl="1">
              <a:defRPr sz="1600"/>
            </a:pPr>
            <a:r>
              <a:t>Standard optimization, good efficiency gains, fill to ~60 with prospects</a:t>
            </a:r>
          </a:p>
          <a:p>
            <a:pPr>
              <a:defRPr sz="1800" b="1">
                <a:solidFill>
                  <a:srgbClr val="0066CC"/>
                </a:solidFill>
              </a:defRPr>
            </a:pPr>
            <a:r>
              <a:t>Low Volume (5-9 customers)</a:t>
            </a:r>
          </a:p>
          <a:p>
            <a:pPr lvl="1">
              <a:defRPr sz="1600"/>
            </a:pPr>
            <a:r>
              <a:t>Light optimization, day enhanced with many prospects</a:t>
            </a:r>
          </a:p>
          <a:p>
            <a:pPr>
              <a:defRPr sz="1800" b="1">
                <a:solidFill>
                  <a:srgbClr val="0066CC"/>
                </a:solidFill>
              </a:defRPr>
            </a:pPr>
            <a:r>
              <a:t>Very Small (1-4 customers)</a:t>
            </a:r>
          </a:p>
          <a:p>
            <a:pPr lvl="1">
              <a:defRPr sz="1600"/>
            </a:pPr>
            <a:r>
              <a:t>Minimal route, massively filled with prospects for productivity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2: Location Data 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008000"/>
                </a:solidFill>
              </a:defRPr>
            </a:pPr>
            <a:r>
              <a:t>Customers WITH Coordinates</a:t>
            </a:r>
          </a:p>
          <a:p>
            <a:pPr lvl="1"/>
            <a:r>
              <a:t>✓ Included in TSP optimization</a:t>
            </a:r>
          </a:p>
          <a:p>
            <a:pPr lvl="1"/>
            <a:r>
              <a:t>✓ Receive sequential StopNo (1, 2, 3... N)</a:t>
            </a:r>
          </a:p>
          <a:p>
            <a:pPr lvl="1"/>
            <a:r>
              <a:t>✓ Route ordered by geographic proximity</a:t>
            </a:r>
          </a:p>
          <a:p/>
          <a:p>
            <a:pPr>
              <a:defRPr sz="2000" b="1">
                <a:solidFill>
                  <a:srgbClr val="C00000"/>
                </a:solidFill>
              </a:defRPr>
            </a:pPr>
            <a:r>
              <a:t>Customers WITHOUT Coordinates</a:t>
            </a:r>
          </a:p>
          <a:p>
            <a:pPr lvl="1"/>
            <a:r>
              <a:t>⚠ Excluded from TSP optimization</a:t>
            </a:r>
          </a:p>
          <a:p>
            <a:pPr lvl="1"/>
            <a:r>
              <a:t>⚠ Assigned StopNo = 100 (special marker)</a:t>
            </a:r>
          </a:p>
          <a:p>
            <a:pPr lvl="1"/>
            <a:r>
              <a:t>⚠ Requires manual handling or coordinate update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3: Prospect 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8000"/>
                </a:solidFill>
              </a:defRPr>
            </a:pPr>
            <a:r>
              <a:t>A. Plenty of Prospects Available</a:t>
            </a:r>
          </a:p>
          <a:p>
            <a:pPr lvl="1"/>
            <a:r>
              <a:t>System adds prospects from same barangay to reach ~60 total stops</a:t>
            </a:r>
          </a:p>
          <a:p/>
          <a:p>
            <a:pPr>
              <a:defRPr b="1">
                <a:solidFill>
                  <a:srgbClr val="FF8000"/>
                </a:solidFill>
              </a:defRPr>
            </a:pPr>
            <a:r>
              <a:t>B. Limited Prospects Available</a:t>
            </a:r>
          </a:p>
          <a:p>
            <a:pPr lvl="1"/>
            <a:r>
              <a:t>System adds all available prospects (may not reach 60)</a:t>
            </a:r>
          </a:p>
          <a:p/>
          <a:p>
            <a:pPr>
              <a:defRPr b="1">
                <a:solidFill>
                  <a:srgbClr val="C00000"/>
                </a:solidFill>
              </a:defRPr>
            </a:pPr>
            <a:r>
              <a:t>C. No Prospects Available (All Assigned)</a:t>
            </a:r>
          </a:p>
          <a:p>
            <a:pPr lvl="1"/>
            <a:r>
              <a:t>✓ System logs 'No prospects found' (warning, not error)</a:t>
            </a:r>
          </a:p>
          <a:p>
            <a:pPr lvl="1"/>
            <a:r>
              <a:t>✓ Continues with existing customers only</a:t>
            </a:r>
          </a:p>
          <a:p>
            <a:pPr lvl="1"/>
            <a:r>
              <a:t>✓ Route still gets optimized with available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4: Processing Order &amp; StopNo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Processing Hierarchy: Distributor → Agent → Date</a:t>
            </a:r>
          </a:p>
          <a:p/>
          <a:p>
            <a:pPr>
              <a:defRPr b="1">
                <a:solidFill>
                  <a:srgbClr val="0066CC"/>
                </a:solidFill>
              </a:defRPr>
            </a:pPr>
            <a:r>
              <a:t>Example: Agent 001 with 3 dates</a:t>
            </a:r>
          </a:p>
          <a:p>
            <a:pPr lvl="1"/>
            <a:r>
              <a:t>Jan 15: 20 customers → Add 40 prospects → StopNo 1-60</a:t>
            </a:r>
          </a:p>
          <a:p>
            <a:pPr lvl="1">
              <a:defRPr i="1"/>
            </a:pPr>
            <a:r>
              <a:t>Jan 16: 15 customers → No prospects left → StopNo 1-15</a:t>
            </a:r>
          </a:p>
          <a:p>
            <a:pPr lvl="2">
              <a:defRPr sz="1400">
                <a:solidFill>
                  <a:srgbClr val="808080"/>
                </a:solidFill>
              </a:defRPr>
            </a:pPr>
            <a:r>
              <a:t>(All prospects used on Jan 15! System continues anyway)</a:t>
            </a:r>
          </a:p>
          <a:p>
            <a:pPr lvl="1"/>
            <a:r>
              <a:t>Jan 17: 10 customers (different area) → Add 50 prospects → StopNo 1-60</a:t>
            </a:r>
          </a:p>
          <a:p/>
          <a:p>
            <a:pPr>
              <a:defRPr sz="1600" b="1">
                <a:solidFill>
                  <a:srgbClr val="FF0000"/>
                </a:solidFill>
              </a:defRPr>
            </a:pPr>
            <a:r>
              <a:t>Key Insight: Each date starts fresh with StopNo =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5: Special Cases &amp; Edge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 b="1"/>
            </a:pPr>
            <a:r>
              <a:t>Single Customer Route</a:t>
            </a:r>
          </a:p>
          <a:p>
            <a:pPr lvl="1">
              <a:defRPr sz="1400"/>
            </a:pPr>
            <a:r>
              <a:t>TSP skipped, StopNo = 1, prospects added if available</a:t>
            </a:r>
          </a:p>
          <a:p>
            <a:pPr>
              <a:defRPr sz="1600" b="1"/>
            </a:pPr>
            <a:r>
              <a:t>All Prospects Already Assigned</a:t>
            </a:r>
          </a:p>
          <a:p>
            <a:pPr lvl="1">
              <a:defRPr sz="1400"/>
            </a:pPr>
            <a:r>
              <a:t>Warning logged, continues with customers only</a:t>
            </a:r>
          </a:p>
          <a:p>
            <a:pPr>
              <a:defRPr sz="1600" b="1"/>
            </a:pPr>
            <a:r>
              <a:t>No Barangay Information</a:t>
            </a:r>
          </a:p>
          <a:p>
            <a:pPr lvl="1">
              <a:defRPr sz="1400"/>
            </a:pPr>
            <a:r>
              <a:t>Prospect addition skipped to avoid random assignments</a:t>
            </a:r>
          </a:p>
          <a:p>
            <a:pPr>
              <a:defRPr sz="1600" b="1"/>
            </a:pPr>
            <a:r>
              <a:t>Duplicate Prevention</a:t>
            </a:r>
          </a:p>
          <a:p>
            <a:pPr lvl="1">
              <a:defRPr sz="1400"/>
            </a:pPr>
            <a:r>
              <a:t>Prospects checked against MonthlyRoutePlan_temp and custvisit</a:t>
            </a:r>
          </a:p>
          <a:p>
            <a:pPr>
              <a:defRPr sz="1600" b="1"/>
            </a:pPr>
            <a:r>
              <a:t>Transaction Safety</a:t>
            </a:r>
          </a:p>
          <a:p>
            <a:pPr lvl="1">
              <a:defRPr sz="1400"/>
            </a:pPr>
            <a:r>
              <a:t>All operations atomic: complete success or rollback</a:t>
            </a:r>
          </a:p>
          <a:p>
            <a:pPr>
              <a:defRPr sz="1600" b="1"/>
            </a:pPr>
            <a:r>
              <a:t>Existing StopNo Ignored</a:t>
            </a:r>
          </a:p>
          <a:p>
            <a:pPr lvl="1">
              <a:defRPr sz="1400"/>
            </a:pPr>
            <a:r>
              <a:t>Fresh calculation each run, old values overwritten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Handling: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008000"/>
                </a:solidFill>
              </a:defRPr>
            </a:pPr>
            <a:r>
              <a:t>The System is Resilient</a:t>
            </a:r>
          </a:p>
          <a:p>
            <a:pPr lvl="1"/>
            <a:r>
              <a:t>✓ Works with any customer count (1 to 1000+)</a:t>
            </a:r>
          </a:p>
          <a:p>
            <a:pPr lvl="1"/>
            <a:r>
              <a:t>✓ Handles missing coordinates gracefully</a:t>
            </a:r>
          </a:p>
          <a:p>
            <a:pPr lvl="1"/>
            <a:r>
              <a:t>✓ Continues when prospects unavailable</a:t>
            </a:r>
          </a:p>
          <a:p>
            <a:pPr lvl="1"/>
            <a:r>
              <a:t>✓ Never fails due to data limitations</a:t>
            </a:r>
          </a:p>
          <a:p/>
          <a:p>
            <a:pPr>
              <a:defRPr sz="2000" b="1">
                <a:solidFill>
                  <a:srgbClr val="0066CC"/>
                </a:solidFill>
              </a:defRPr>
            </a:pPr>
            <a:r>
              <a:t>The System is Intelligent</a:t>
            </a:r>
          </a:p>
          <a:p>
            <a:pPr lvl="1"/>
            <a:r>
              <a:t>✓ Geographic matching (same barangay only)</a:t>
            </a:r>
          </a:p>
          <a:p>
            <a:pPr lvl="1"/>
            <a:r>
              <a:t>✓ Duplicate prevention across agents/dates</a:t>
            </a:r>
          </a:p>
          <a:p>
            <a:pPr lvl="1"/>
            <a:r>
              <a:t>✓ Sequential numbering per date</a:t>
            </a:r>
          </a:p>
          <a:p>
            <a:pPr lvl="1"/>
            <a:r>
              <a:t>✓ Special handling for missing data (StopNo = 100)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482</Words>
  <Application>Microsoft Office PowerPoint</Application>
  <PresentationFormat>Widescreen</PresentationFormat>
  <Paragraphs>69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Narayanan</dc:creator>
  <cp:lastModifiedBy>Narayanan</cp:lastModifiedBy>
  <cp:revision>1</cp:revision>
  <dcterms:created xsi:type="dcterms:W3CDTF">2025-10-14T05:40:46Z</dcterms:created>
  <dcterms:modified xsi:type="dcterms:W3CDTF">2025-10-14T05:51:25Z</dcterms:modified>
</cp:coreProperties>
</file>