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6" r:id="rId3"/>
    <p:sldId id="262" r:id="rId4"/>
    <p:sldId id="257" r:id="rId5"/>
    <p:sldId id="263" r:id="rId6"/>
    <p:sldId id="265" r:id="rId7"/>
    <p:sldId id="266"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90" d="100"/>
          <a:sy n="90" d="100"/>
        </p:scale>
        <p:origin x="-39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smtClean="0"/>
            <a:t>Distributor id</a:t>
          </a:r>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None/>
          </a:pP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smtClean="0"/>
            <a:t>agent</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None/>
          </a:pP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smtClean="0"/>
            <a:t>date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endParaRPr lang="en-SG" sz="1500" kern="1200" dirty="0">
            <a:solidFill>
              <a:prstClr val="black">
                <a:hueOff val="0"/>
                <a:satOff val="0"/>
                <a:lumOff val="0"/>
                <a:alphaOff val="0"/>
              </a:prstClr>
            </a:solidFill>
            <a:latin typeface="Aptos" panose="02110004020202020204"/>
            <a:ea typeface="+mn-ea"/>
            <a:cs typeface="+mn-cs"/>
          </a:endParaRP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custLinFactNeighborX="30607" custLinFactNeighborY="22007"/>
      <dgm:spPr/>
    </dgm:pt>
    <dgm:pt modelId="{09E83E92-409A-41D5-8E4F-A2B065EC01DC}" type="pres">
      <dgm:prSet presAssocID="{4626DF9A-3057-439C-AE57-ADA69AC23F61}" presName="ParentText" presStyleLbl="node1" presStyleIdx="0" presStyleCnt="3" custLinFactNeighborX="14162" custLinFactNeighborY="21270">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custLinFactNeighborX="-24331" custLinFactNeighborY="-324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dgm:presLayoutVars>
          <dgm:chMax val="0"/>
          <dgm:chPref val="0"/>
          <dgm:bulletEnabled val="1"/>
        </dgm:presLayoutVars>
      </dgm:prSet>
      <dgm:spPr/>
      <dgm:t>
        <a:bodyPr/>
        <a:lstStyle/>
        <a:p>
          <a:endParaRPr lang="en-US"/>
        </a:p>
      </dgm:t>
    </dgm:pt>
  </dgm:ptLst>
  <dgm:cxnLst>
    <dgm:cxn modelId="{FB2A6D49-88C8-4355-9374-561CF2534E22}" srcId="{4626DF9A-3057-439C-AE57-ADA69AC23F61}" destId="{3E7B7D2B-E97E-4F36-B869-CD6E074E0C14}" srcOrd="0" destOrd="0" parTransId="{18F216F2-4888-4721-9F4F-CB7FCB8C5357}" sibTransId="{CA85BC34-0709-4252-84D5-612CE6545EA2}"/>
    <dgm:cxn modelId="{D3E33A8A-5EB3-4324-8C76-2D0DAFC2D2EC}" type="presOf" srcId="{BF3F8632-B8B5-4A8F-B40D-F157E9AB4A21}" destId="{002037F3-D24B-4A62-8F4D-F62D7F3F24BC}" srcOrd="0" destOrd="0" presId="urn:microsoft.com/office/officeart/2005/8/layout/StepDownProcess"/>
    <dgm:cxn modelId="{098017AE-A34D-4AD2-A8D7-4DCA49FB7620}" srcId="{9C2A2F4F-8926-4D14-A65E-DBBF08BCA4B3}" destId="{4FD4FC2F-2AF0-4FC4-A800-C24D071CE1CC}" srcOrd="2" destOrd="0" parTransId="{C80CBF4F-95C3-4DC5-A0DC-BE295335278C}" sibTransId="{6F14B050-34C1-483A-A423-431249B27D84}"/>
    <dgm:cxn modelId="{9C38F865-5912-4DC7-9B9D-5C6DB117127D}" srcId="{9C2A2F4F-8926-4D14-A65E-DBBF08BCA4B3}" destId="{D99DD72E-A416-4BDA-99F0-A253EB9582AD}" srcOrd="1" destOrd="0" parTransId="{5B826D20-D29A-4917-9CCB-37D6DAD1B796}" sibTransId="{BB01EB21-4284-4323-A076-2E468F0C06BB}"/>
    <dgm:cxn modelId="{5DCCD729-40A8-4F2C-BAC2-E1E7760D5B7D}" type="presOf" srcId="{3E7B7D2B-E97E-4F36-B869-CD6E074E0C14}" destId="{727D5187-AE0A-41DC-87B3-274D937D0146}" srcOrd="0" destOrd="0" presId="urn:microsoft.com/office/officeart/2005/8/layout/StepDownProcess"/>
    <dgm:cxn modelId="{B5CF6AD7-3534-4D31-A13D-74DEC07EDFA2}" type="presOf" srcId="{4626DF9A-3057-439C-AE57-ADA69AC23F61}" destId="{09E83E92-409A-41D5-8E4F-A2B065EC01DC}" srcOrd="0" destOrd="0" presId="urn:microsoft.com/office/officeart/2005/8/layout/StepDownProcess"/>
    <dgm:cxn modelId="{B757CF3D-B0C6-4168-84AC-9066D8F14BDB}" type="presOf" srcId="{132AA97F-C7C1-48A4-AF75-2BF2BE6716CC}" destId="{81A51BBB-E42F-4858-BCE8-7D030242B87A}" srcOrd="0" destOrd="0" presId="urn:microsoft.com/office/officeart/2005/8/layout/StepDownProcess"/>
    <dgm:cxn modelId="{2E9C9326-0706-499B-8966-A4DD6F666AB7}" srcId="{D99DD72E-A416-4BDA-99F0-A253EB9582AD}" destId="{BF3F8632-B8B5-4A8F-B40D-F157E9AB4A21}" srcOrd="0" destOrd="0" parTransId="{9AA3CB9C-76C6-4284-A081-EF43E6AF3443}" sibTransId="{FEC6DD15-152F-49C3-8304-28EE3E2FFB79}"/>
    <dgm:cxn modelId="{3CB580D7-8185-46B5-9457-C3DF59A4AB63}" srcId="{9C2A2F4F-8926-4D14-A65E-DBBF08BCA4B3}" destId="{4626DF9A-3057-439C-AE57-ADA69AC23F61}" srcOrd="0" destOrd="0" parTransId="{5B57E493-B55D-4C52-8081-B5EC2A2B54F9}" sibTransId="{CF886A9B-D7F3-4455-B6AE-78403D1240EE}"/>
    <dgm:cxn modelId="{71124E4F-BA1E-4221-A22F-371CB95729FA}" type="presOf" srcId="{4FD4FC2F-2AF0-4FC4-A800-C24D071CE1CC}" destId="{07BA3686-6C5F-4752-925D-42AB86237B0D}" srcOrd="0" destOrd="0" presId="urn:microsoft.com/office/officeart/2005/8/layout/StepDownProcess"/>
    <dgm:cxn modelId="{31AAE0A0-4009-43EF-ABCD-9C7DBBA2E071}" srcId="{4FD4FC2F-2AF0-4FC4-A800-C24D071CE1CC}" destId="{132AA97F-C7C1-48A4-AF75-2BF2BE6716CC}" srcOrd="0" destOrd="0" parTransId="{329C5D3D-EDD1-439B-B1B8-4880A6A55236}" sibTransId="{A47A8882-C47A-4F12-8302-EC456F4BDA62}"/>
    <dgm:cxn modelId="{6E9608E9-A92F-4F5A-836B-B36915DE98FA}" type="presOf" srcId="{D99DD72E-A416-4BDA-99F0-A253EB9582AD}" destId="{026D5470-5825-4420-ABC1-7D9420F8D847}" srcOrd="0" destOrd="0" presId="urn:microsoft.com/office/officeart/2005/8/layout/StepDownProcess"/>
    <dgm:cxn modelId="{C622A0E0-D462-4091-9B8F-D075B3641714}" type="presOf" srcId="{9C2A2F4F-8926-4D14-A65E-DBBF08BCA4B3}" destId="{4881D8C2-0396-4962-897B-47A4BA381CA8}" srcOrd="0" destOrd="0" presId="urn:microsoft.com/office/officeart/2005/8/layout/StepDownProcess"/>
    <dgm:cxn modelId="{BC3FDEAB-A900-4BC5-87DD-0C2D6B0E201A}" type="presParOf" srcId="{4881D8C2-0396-4962-897B-47A4BA381CA8}" destId="{41B249DC-DB7B-4F0B-9C74-1733F006B8FD}" srcOrd="0" destOrd="0" presId="urn:microsoft.com/office/officeart/2005/8/layout/StepDownProcess"/>
    <dgm:cxn modelId="{0CEC0470-1E39-4A96-817B-9F1FC615D6CB}" type="presParOf" srcId="{41B249DC-DB7B-4F0B-9C74-1733F006B8FD}" destId="{2ABFD0E2-8ED2-4F64-802E-8E6E49DE4DC2}" srcOrd="0" destOrd="0" presId="urn:microsoft.com/office/officeart/2005/8/layout/StepDownProcess"/>
    <dgm:cxn modelId="{919574DE-CABD-4E25-8569-1E5A911EE563}" type="presParOf" srcId="{41B249DC-DB7B-4F0B-9C74-1733F006B8FD}" destId="{09E83E92-409A-41D5-8E4F-A2B065EC01DC}" srcOrd="1" destOrd="0" presId="urn:microsoft.com/office/officeart/2005/8/layout/StepDownProcess"/>
    <dgm:cxn modelId="{91E7ADB1-B464-492E-9083-890B3B6EE29B}" type="presParOf" srcId="{41B249DC-DB7B-4F0B-9C74-1733F006B8FD}" destId="{727D5187-AE0A-41DC-87B3-274D937D0146}" srcOrd="2" destOrd="0" presId="urn:microsoft.com/office/officeart/2005/8/layout/StepDownProcess"/>
    <dgm:cxn modelId="{FEABCC7D-04AC-4D08-A0F4-1F1F446CAEAD}" type="presParOf" srcId="{4881D8C2-0396-4962-897B-47A4BA381CA8}" destId="{C98982CC-1F03-40EB-8BC7-E76E742499C0}" srcOrd="1" destOrd="0" presId="urn:microsoft.com/office/officeart/2005/8/layout/StepDownProcess"/>
    <dgm:cxn modelId="{A4712578-1493-4C75-81EB-2B7D0DCC9918}" type="presParOf" srcId="{4881D8C2-0396-4962-897B-47A4BA381CA8}" destId="{16978878-DB6B-4149-8838-AFB480EA643F}" srcOrd="2" destOrd="0" presId="urn:microsoft.com/office/officeart/2005/8/layout/StepDownProcess"/>
    <dgm:cxn modelId="{22D4662D-9F03-4E99-97C1-055CA2329AED}" type="presParOf" srcId="{16978878-DB6B-4149-8838-AFB480EA643F}" destId="{C1204A90-566D-407C-930F-B4AE273653A3}" srcOrd="0" destOrd="0" presId="urn:microsoft.com/office/officeart/2005/8/layout/StepDownProcess"/>
    <dgm:cxn modelId="{8996A384-2747-471E-82C6-E171EDA06C36}" type="presParOf" srcId="{16978878-DB6B-4149-8838-AFB480EA643F}" destId="{026D5470-5825-4420-ABC1-7D9420F8D847}" srcOrd="1" destOrd="0" presId="urn:microsoft.com/office/officeart/2005/8/layout/StepDownProcess"/>
    <dgm:cxn modelId="{B5B205A5-10B0-4402-8A9A-8F5B53D6D196}" type="presParOf" srcId="{16978878-DB6B-4149-8838-AFB480EA643F}" destId="{002037F3-D24B-4A62-8F4D-F62D7F3F24BC}" srcOrd="2" destOrd="0" presId="urn:microsoft.com/office/officeart/2005/8/layout/StepDownProcess"/>
    <dgm:cxn modelId="{E6FE00BE-36E4-4DC0-981B-AFE7E40BEEE7}" type="presParOf" srcId="{4881D8C2-0396-4962-897B-47A4BA381CA8}" destId="{9580E54B-3E07-4C59-A7C1-FBC8DB5CA4AC}" srcOrd="3" destOrd="0" presId="urn:microsoft.com/office/officeart/2005/8/layout/StepDownProcess"/>
    <dgm:cxn modelId="{B2A07EE5-730C-4267-8098-FC8CFE1635BC}" type="presParOf" srcId="{4881D8C2-0396-4962-897B-47A4BA381CA8}" destId="{65829B95-2EFF-449E-808C-08C520AF6EA2}" srcOrd="4" destOrd="0" presId="urn:microsoft.com/office/officeart/2005/8/layout/StepDownProcess"/>
    <dgm:cxn modelId="{E5CD094C-9BA1-462F-9B1D-3049CB00A460}" type="presParOf" srcId="{65829B95-2EFF-449E-808C-08C520AF6EA2}" destId="{07BA3686-6C5F-4752-925D-42AB86237B0D}" srcOrd="0" destOrd="0" presId="urn:microsoft.com/office/officeart/2005/8/layout/StepDownProcess"/>
    <dgm:cxn modelId="{1D2D93B2-56FE-414B-B592-0D74BC9B91E4}"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US" dirty="0"/>
            <a:t>Uses "Nearest Neighbor" algorithm starting from Distribution Center</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a:solidFill>
                <a:prstClr val="black">
                  <a:hueOff val="0"/>
                  <a:satOff val="0"/>
                  <a:lumOff val="0"/>
                  <a:alphaOff val="0"/>
                </a:prstClr>
              </a:solidFill>
              <a:latin typeface="Aptos" panose="02110004020202020204"/>
              <a:ea typeface="+mn-ea"/>
              <a:cs typeface="+mn-cs"/>
            </a:rPr>
            <a:t>Update Stop no to existing table</a:t>
          </a: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dirty="0"/>
            <a:t>Get </a:t>
          </a:r>
          <a:r>
            <a:rPr lang="en-US" dirty="0" err="1" smtClean="0"/>
            <a:t>Lat</a:t>
          </a:r>
          <a:r>
            <a:rPr lang="en-US" dirty="0" smtClean="0"/>
            <a:t>, Long and barangay code </a:t>
          </a:r>
          <a:r>
            <a:rPr lang="en-US" dirty="0"/>
            <a:t>for </a:t>
          </a:r>
          <a:r>
            <a:rPr lang="en-US" dirty="0" smtClean="0"/>
            <a:t>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customer 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N</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31898" custScaleY="71099" custLinFactNeighborX="16437" custLinFactNeighborY="636">
        <dgm:presLayoutVars>
          <dgm:chMax val="0"/>
          <dgm:chPref val="0"/>
          <dgm:bulletEnabled val="1"/>
        </dgm:presLayoutVars>
      </dgm:prSet>
      <dgm:spPr/>
      <dgm:t>
        <a:bodyPr/>
        <a:lstStyle/>
        <a:p>
          <a:endParaRPr lang="en-US"/>
        </a:p>
      </dgm:t>
    </dgm:pt>
  </dgm:ptLst>
  <dgm:cxnLst>
    <dgm:cxn modelId="{31AAE0A0-4009-43EF-ABCD-9C7DBBA2E071}" srcId="{4FD4FC2F-2AF0-4FC4-A800-C24D071CE1CC}" destId="{132AA97F-C7C1-48A4-AF75-2BF2BE6716CC}" srcOrd="0" destOrd="0" parTransId="{329C5D3D-EDD1-439B-B1B8-4880A6A55236}" sibTransId="{A47A8882-C47A-4F12-8302-EC456F4BDA62}"/>
    <dgm:cxn modelId="{055F8BCA-76E1-4594-B4CC-FE45B71D7E5A}" type="presOf" srcId="{7CC1327E-B183-4059-852D-4B9BA1948884}" destId="{002037F3-D24B-4A62-8F4D-F62D7F3F24BC}" srcOrd="0" destOrd="2" presId="urn:microsoft.com/office/officeart/2005/8/layout/StepDownProcess"/>
    <dgm:cxn modelId="{098017AE-A34D-4AD2-A8D7-4DCA49FB7620}" srcId="{9C2A2F4F-8926-4D14-A65E-DBBF08BCA4B3}" destId="{4FD4FC2F-2AF0-4FC4-A800-C24D071CE1CC}" srcOrd="2" destOrd="0" parTransId="{C80CBF4F-95C3-4DC5-A0DC-BE295335278C}" sibTransId="{6F14B050-34C1-483A-A423-431249B27D84}"/>
    <dgm:cxn modelId="{8929CBFD-4C1E-4F9D-A930-F78FDDEC282E}" type="presOf" srcId="{132AA97F-C7C1-48A4-AF75-2BF2BE6716CC}" destId="{81A51BBB-E42F-4858-BCE8-7D030242B87A}" srcOrd="0" destOrd="0" presId="urn:microsoft.com/office/officeart/2005/8/layout/StepDownProcess"/>
    <dgm:cxn modelId="{3CB580D7-8185-46B5-9457-C3DF59A4AB63}" srcId="{9C2A2F4F-8926-4D14-A65E-DBBF08BCA4B3}" destId="{4626DF9A-3057-439C-AE57-ADA69AC23F61}" srcOrd="0" destOrd="0" parTransId="{5B57E493-B55D-4C52-8081-B5EC2A2B54F9}" sibTransId="{CF886A9B-D7F3-4455-B6AE-78403D1240EE}"/>
    <dgm:cxn modelId="{7302031C-F88F-48CC-ADA6-4669F1332D07}" type="presOf" srcId="{D99DD72E-A416-4BDA-99F0-A253EB9582AD}" destId="{026D5470-5825-4420-ABC1-7D9420F8D847}" srcOrd="0" destOrd="0" presId="urn:microsoft.com/office/officeart/2005/8/layout/StepDownProcess"/>
    <dgm:cxn modelId="{86A8DB06-04CF-4233-8AAC-8F5BF51DE38A}" type="presOf" srcId="{E82732D3-C300-46DD-A08A-F2EDB4725117}" destId="{727D5187-AE0A-41DC-87B3-274D937D0146}" srcOrd="0" destOrd="1" presId="urn:microsoft.com/office/officeart/2005/8/layout/StepDownProcess"/>
    <dgm:cxn modelId="{8B01EF47-9B33-40B9-A37A-6BC9F860ACD0}" type="presOf" srcId="{E6D01CF8-CD55-4968-9C3D-B5BB654747BC}" destId="{002037F3-D24B-4A62-8F4D-F62D7F3F24BC}" srcOrd="0" destOrd="1"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C6B38495-4E15-4529-BD06-44A54E9A0A74}" type="presOf" srcId="{BF3F8632-B8B5-4A8F-B40D-F157E9AB4A21}" destId="{002037F3-D24B-4A62-8F4D-F62D7F3F24BC}" srcOrd="0" destOrd="0" presId="urn:microsoft.com/office/officeart/2005/8/layout/StepDownProcess"/>
    <dgm:cxn modelId="{9C38F865-5912-4DC7-9B9D-5C6DB117127D}" srcId="{9C2A2F4F-8926-4D14-A65E-DBBF08BCA4B3}" destId="{D99DD72E-A416-4BDA-99F0-A253EB9582AD}" srcOrd="1" destOrd="0" parTransId="{5B826D20-D29A-4917-9CCB-37D6DAD1B796}" sibTransId="{BB01EB21-4284-4323-A076-2E468F0C06BB}"/>
    <dgm:cxn modelId="{6FDE15C1-FBB2-4057-8E9B-99E4B7A1095E}" type="presOf" srcId="{9C2A2F4F-8926-4D14-A65E-DBBF08BCA4B3}" destId="{4881D8C2-0396-4962-897B-47A4BA381CA8}" srcOrd="0" destOrd="0" presId="urn:microsoft.com/office/officeart/2005/8/layout/StepDownProcess"/>
    <dgm:cxn modelId="{34CDB111-A056-41BF-B8A7-7A87B3CCD8E0}" type="presOf" srcId="{3E7B7D2B-E97E-4F36-B869-CD6E074E0C14}" destId="{727D5187-AE0A-41DC-87B3-274D937D0146}" srcOrd="0" destOrd="0" presId="urn:microsoft.com/office/officeart/2005/8/layout/StepDownProcess"/>
    <dgm:cxn modelId="{0FB1848C-B219-4E47-A654-CCE2DD7BE554}" type="presOf" srcId="{4626DF9A-3057-439C-AE57-ADA69AC23F61}" destId="{09E83E92-409A-41D5-8E4F-A2B065EC01DC}" srcOrd="0" destOrd="0" presId="urn:microsoft.com/office/officeart/2005/8/layout/StepDownProcess"/>
    <dgm:cxn modelId="{2E9C9326-0706-499B-8966-A4DD6F666AB7}" srcId="{D99DD72E-A416-4BDA-99F0-A253EB9582AD}" destId="{BF3F8632-B8B5-4A8F-B40D-F157E9AB4A21}" srcOrd="0" destOrd="0" parTransId="{9AA3CB9C-76C6-4284-A081-EF43E6AF3443}" sibTransId="{FEC6DD15-152F-49C3-8304-28EE3E2FFB79}"/>
    <dgm:cxn modelId="{B10FDD77-FDD7-41C9-95EF-9552F95CA86C}" type="presOf" srcId="{4FD4FC2F-2AF0-4FC4-A800-C24D071CE1CC}" destId="{07BA3686-6C5F-4752-925D-42AB86237B0D}" srcOrd="0" destOrd="0" presId="urn:microsoft.com/office/officeart/2005/8/layout/StepDownProcess"/>
    <dgm:cxn modelId="{974C48FF-4640-4D11-94E2-15678E99B3F3}" srcId="{D99DD72E-A416-4BDA-99F0-A253EB9582AD}" destId="{7CC1327E-B183-4059-852D-4B9BA1948884}" srcOrd="2" destOrd="0" parTransId="{5B0390E4-CB0B-4BCC-81BF-B82A902EF618}" sibTransId="{5513119E-F255-478C-AE5C-0FF440A8C2B2}"/>
    <dgm:cxn modelId="{AF4A1DDF-18AD-4AAB-A6E4-0695347B603C}" srcId="{D99DD72E-A416-4BDA-99F0-A253EB9582AD}" destId="{E6D01CF8-CD55-4968-9C3D-B5BB654747BC}" srcOrd="1" destOrd="0" parTransId="{12593451-B702-4C40-A7EF-082E469AFB80}" sibTransId="{B55C94D8-3F23-45B4-9D68-33EDAC7A1B11}"/>
    <dgm:cxn modelId="{FB2A6D49-88C8-4355-9374-561CF2534E22}" srcId="{4626DF9A-3057-439C-AE57-ADA69AC23F61}" destId="{3E7B7D2B-E97E-4F36-B869-CD6E074E0C14}" srcOrd="0" destOrd="0" parTransId="{18F216F2-4888-4721-9F4F-CB7FCB8C5357}" sibTransId="{CA85BC34-0709-4252-84D5-612CE6545EA2}"/>
    <dgm:cxn modelId="{D3714641-EF16-4095-B467-B202728A97F3}" type="presParOf" srcId="{4881D8C2-0396-4962-897B-47A4BA381CA8}" destId="{41B249DC-DB7B-4F0B-9C74-1733F006B8FD}" srcOrd="0" destOrd="0" presId="urn:microsoft.com/office/officeart/2005/8/layout/StepDownProcess"/>
    <dgm:cxn modelId="{5D1BD426-C563-432F-9025-B6E2B77CBF03}" type="presParOf" srcId="{41B249DC-DB7B-4F0B-9C74-1733F006B8FD}" destId="{2ABFD0E2-8ED2-4F64-802E-8E6E49DE4DC2}" srcOrd="0" destOrd="0" presId="urn:microsoft.com/office/officeart/2005/8/layout/StepDownProcess"/>
    <dgm:cxn modelId="{2413098B-1427-4F75-BF0B-2B6CD9ECC04D}" type="presParOf" srcId="{41B249DC-DB7B-4F0B-9C74-1733F006B8FD}" destId="{09E83E92-409A-41D5-8E4F-A2B065EC01DC}" srcOrd="1" destOrd="0" presId="urn:microsoft.com/office/officeart/2005/8/layout/StepDownProcess"/>
    <dgm:cxn modelId="{1794AE23-2DD5-4025-A19C-4C58232C292B}" type="presParOf" srcId="{41B249DC-DB7B-4F0B-9C74-1733F006B8FD}" destId="{727D5187-AE0A-41DC-87B3-274D937D0146}" srcOrd="2" destOrd="0" presId="urn:microsoft.com/office/officeart/2005/8/layout/StepDownProcess"/>
    <dgm:cxn modelId="{0BD9826C-A46D-41A2-B561-1272107956A1}" type="presParOf" srcId="{4881D8C2-0396-4962-897B-47A4BA381CA8}" destId="{C98982CC-1F03-40EB-8BC7-E76E742499C0}" srcOrd="1" destOrd="0" presId="urn:microsoft.com/office/officeart/2005/8/layout/StepDownProcess"/>
    <dgm:cxn modelId="{E9CD8DC1-CE65-4C00-9166-F03C17716DAA}" type="presParOf" srcId="{4881D8C2-0396-4962-897B-47A4BA381CA8}" destId="{16978878-DB6B-4149-8838-AFB480EA643F}" srcOrd="2" destOrd="0" presId="urn:microsoft.com/office/officeart/2005/8/layout/StepDownProcess"/>
    <dgm:cxn modelId="{AC457A4D-2418-4CAD-B19C-BD3B0FF04DEA}" type="presParOf" srcId="{16978878-DB6B-4149-8838-AFB480EA643F}" destId="{C1204A90-566D-407C-930F-B4AE273653A3}" srcOrd="0" destOrd="0" presId="urn:microsoft.com/office/officeart/2005/8/layout/StepDownProcess"/>
    <dgm:cxn modelId="{635261B2-C302-4F12-8F5D-68EBC2AC4B71}" type="presParOf" srcId="{16978878-DB6B-4149-8838-AFB480EA643F}" destId="{026D5470-5825-4420-ABC1-7D9420F8D847}" srcOrd="1" destOrd="0" presId="urn:microsoft.com/office/officeart/2005/8/layout/StepDownProcess"/>
    <dgm:cxn modelId="{6C10D32C-B899-4CD4-81F4-BB5E7AF1B31F}" type="presParOf" srcId="{16978878-DB6B-4149-8838-AFB480EA643F}" destId="{002037F3-D24B-4A62-8F4D-F62D7F3F24BC}" srcOrd="2" destOrd="0" presId="urn:microsoft.com/office/officeart/2005/8/layout/StepDownProcess"/>
    <dgm:cxn modelId="{DFEBA016-76A5-446B-913E-3C2689B63202}" type="presParOf" srcId="{4881D8C2-0396-4962-897B-47A4BA381CA8}" destId="{9580E54B-3E07-4C59-A7C1-FBC8DB5CA4AC}" srcOrd="3" destOrd="0" presId="urn:microsoft.com/office/officeart/2005/8/layout/StepDownProcess"/>
    <dgm:cxn modelId="{7066AE5F-9FB3-452F-AD5A-167C2487FC5D}" type="presParOf" srcId="{4881D8C2-0396-4962-897B-47A4BA381CA8}" destId="{65829B95-2EFF-449E-808C-08C520AF6EA2}" srcOrd="4" destOrd="0" presId="urn:microsoft.com/office/officeart/2005/8/layout/StepDownProcess"/>
    <dgm:cxn modelId="{67DFB7C0-9E3E-4C17-AFD8-49F4AF32E26C}" type="presParOf" srcId="{65829B95-2EFF-449E-808C-08C520AF6EA2}" destId="{07BA3686-6C5F-4752-925D-42AB86237B0D}" srcOrd="0" destOrd="0" presId="urn:microsoft.com/office/officeart/2005/8/layout/StepDownProcess"/>
    <dgm:cxn modelId="{DABAD2F7-8ABB-44C9-B635-4707225E3642}"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US" dirty="0"/>
            <a:t>Uses "Nearest Neighbor" algorithm starting from Distribution </a:t>
          </a:r>
          <a:r>
            <a:rPr lang="en-US" dirty="0" smtClean="0"/>
            <a:t>Center and optimizing route and stop number for the valid coordinate customer</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a:solidFill>
                <a:prstClr val="black">
                  <a:hueOff val="0"/>
                  <a:satOff val="0"/>
                  <a:lumOff val="0"/>
                  <a:alphaOff val="0"/>
                </a:prstClr>
              </a:solidFill>
              <a:latin typeface="Aptos" panose="02110004020202020204"/>
              <a:ea typeface="+mn-ea"/>
              <a:cs typeface="+mn-cs"/>
            </a:rPr>
            <a:t>Update Stop no to existing table</a:t>
          </a: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dirty="0"/>
            <a:t>Get </a:t>
          </a:r>
          <a:r>
            <a:rPr lang="en-US" dirty="0" err="1" smtClean="0"/>
            <a:t>Lat</a:t>
          </a:r>
          <a:r>
            <a:rPr lang="en-US" dirty="0" smtClean="0"/>
            <a:t>, Long and barangay code </a:t>
          </a:r>
          <a:r>
            <a:rPr lang="en-US" dirty="0"/>
            <a:t>for </a:t>
          </a:r>
          <a:r>
            <a:rPr lang="en-US" dirty="0" smtClean="0"/>
            <a:t>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customer 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a:t>
          </a:r>
          <a:r>
            <a:rPr lang="en-US" dirty="0" smtClean="0"/>
            <a:t>N </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DF1E1275-3CEC-4E08-973E-820E6BB016E8}">
      <dgm:prSet phldrT="[Text]"/>
      <dgm:spPr/>
      <dgm:t>
        <a:bodyPr/>
        <a:lstStyle/>
        <a:p>
          <a:pPr>
            <a:buFont typeface="Arial" panose="020B0604020202020204" pitchFamily="34" charset="0"/>
            <a:buChar char="•"/>
          </a:pPr>
          <a:r>
            <a:rPr lang="en-SG" dirty="0" smtClean="0"/>
            <a:t>For the Invalid coordinate customer assign stop no as 100</a:t>
          </a:r>
          <a:endParaRPr lang="en-SG" dirty="0"/>
        </a:p>
      </dgm:t>
    </dgm:pt>
    <dgm:pt modelId="{342970A8-7508-4ED1-B9C9-F541A9A64963}" type="parTrans" cxnId="{B5165D0B-7470-43F7-B19F-F64122D873F2}">
      <dgm:prSet/>
      <dgm:spPr/>
      <dgm:t>
        <a:bodyPr/>
        <a:lstStyle/>
        <a:p>
          <a:endParaRPr lang="en-US"/>
        </a:p>
      </dgm:t>
    </dgm:pt>
    <dgm:pt modelId="{D34D3D22-AB99-471D-A279-2C0FD352B005}" type="sibTrans" cxnId="{B5165D0B-7470-43F7-B19F-F64122D873F2}">
      <dgm:prSet/>
      <dgm:spPr/>
      <dgm:t>
        <a:bodyPr/>
        <a:lstStyle/>
        <a:p>
          <a:endParaRPr lang="en-US"/>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31898" custScaleY="71099" custLinFactNeighborX="16437" custLinFactNeighborY="636">
        <dgm:presLayoutVars>
          <dgm:chMax val="0"/>
          <dgm:chPref val="0"/>
          <dgm:bulletEnabled val="1"/>
        </dgm:presLayoutVars>
      </dgm:prSet>
      <dgm:spPr/>
      <dgm:t>
        <a:bodyPr/>
        <a:lstStyle/>
        <a:p>
          <a:endParaRPr lang="en-US"/>
        </a:p>
      </dgm:t>
    </dgm:pt>
  </dgm:ptLst>
  <dgm:cxnLst>
    <dgm:cxn modelId="{9017D7D8-EF23-4420-AAB5-B971FB3183ED}" type="presOf" srcId="{BF3F8632-B8B5-4A8F-B40D-F157E9AB4A21}" destId="{002037F3-D24B-4A62-8F4D-F62D7F3F24BC}" srcOrd="0" destOrd="0" presId="urn:microsoft.com/office/officeart/2005/8/layout/StepDownProcess"/>
    <dgm:cxn modelId="{79F3F62A-DAA3-4D41-A4AC-51F875774975}" type="presOf" srcId="{D99DD72E-A416-4BDA-99F0-A253EB9582AD}" destId="{026D5470-5825-4420-ABC1-7D9420F8D847}" srcOrd="0" destOrd="0" presId="urn:microsoft.com/office/officeart/2005/8/layout/StepDownProcess"/>
    <dgm:cxn modelId="{5E6762AE-F93C-4800-8484-F9F0398E3521}" type="presOf" srcId="{4FD4FC2F-2AF0-4FC4-A800-C24D071CE1CC}" destId="{07BA3686-6C5F-4752-925D-42AB86237B0D}" srcOrd="0" destOrd="0"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098017AE-A34D-4AD2-A8D7-4DCA49FB7620}" srcId="{9C2A2F4F-8926-4D14-A65E-DBBF08BCA4B3}" destId="{4FD4FC2F-2AF0-4FC4-A800-C24D071CE1CC}" srcOrd="2" destOrd="0" parTransId="{C80CBF4F-95C3-4DC5-A0DC-BE295335278C}" sibTransId="{6F14B050-34C1-483A-A423-431249B27D84}"/>
    <dgm:cxn modelId="{AF4A1DDF-18AD-4AAB-A6E4-0695347B603C}" srcId="{D99DD72E-A416-4BDA-99F0-A253EB9582AD}" destId="{E6D01CF8-CD55-4968-9C3D-B5BB654747BC}" srcOrd="1" destOrd="0" parTransId="{12593451-B702-4C40-A7EF-082E469AFB80}" sibTransId="{B55C94D8-3F23-45B4-9D68-33EDAC7A1B11}"/>
    <dgm:cxn modelId="{82A9D369-5F43-4EDF-A307-7ABAB9E1EB20}" type="presOf" srcId="{E82732D3-C300-46DD-A08A-F2EDB4725117}" destId="{727D5187-AE0A-41DC-87B3-274D937D0146}" srcOrd="0" destOrd="1" presId="urn:microsoft.com/office/officeart/2005/8/layout/StepDownProcess"/>
    <dgm:cxn modelId="{B5165D0B-7470-43F7-B19F-F64122D873F2}" srcId="{4626DF9A-3057-439C-AE57-ADA69AC23F61}" destId="{DF1E1275-3CEC-4E08-973E-820E6BB016E8}" srcOrd="2" destOrd="0" parTransId="{342970A8-7508-4ED1-B9C9-F541A9A64963}" sibTransId="{D34D3D22-AB99-471D-A279-2C0FD352B005}"/>
    <dgm:cxn modelId="{2E9C9326-0706-499B-8966-A4DD6F666AB7}" srcId="{D99DD72E-A416-4BDA-99F0-A253EB9582AD}" destId="{BF3F8632-B8B5-4A8F-B40D-F157E9AB4A21}" srcOrd="0" destOrd="0" parTransId="{9AA3CB9C-76C6-4284-A081-EF43E6AF3443}" sibTransId="{FEC6DD15-152F-49C3-8304-28EE3E2FFB79}"/>
    <dgm:cxn modelId="{BD859C14-C17A-48ED-BD74-643F47D3CA1A}" type="presOf" srcId="{132AA97F-C7C1-48A4-AF75-2BF2BE6716CC}" destId="{81A51BBB-E42F-4858-BCE8-7D030242B87A}" srcOrd="0" destOrd="0" presId="urn:microsoft.com/office/officeart/2005/8/layout/StepDownProcess"/>
    <dgm:cxn modelId="{FB2A6D49-88C8-4355-9374-561CF2534E22}" srcId="{4626DF9A-3057-439C-AE57-ADA69AC23F61}" destId="{3E7B7D2B-E97E-4F36-B869-CD6E074E0C14}" srcOrd="0" destOrd="0" parTransId="{18F216F2-4888-4721-9F4F-CB7FCB8C5357}" sibTransId="{CA85BC34-0709-4252-84D5-612CE6545EA2}"/>
    <dgm:cxn modelId="{9C38F865-5912-4DC7-9B9D-5C6DB117127D}" srcId="{9C2A2F4F-8926-4D14-A65E-DBBF08BCA4B3}" destId="{D99DD72E-A416-4BDA-99F0-A253EB9582AD}" srcOrd="1" destOrd="0" parTransId="{5B826D20-D29A-4917-9CCB-37D6DAD1B796}" sibTransId="{BB01EB21-4284-4323-A076-2E468F0C06BB}"/>
    <dgm:cxn modelId="{F9FF235F-0C04-4F03-A188-57569BD431CB}" type="presOf" srcId="{E6D01CF8-CD55-4968-9C3D-B5BB654747BC}" destId="{002037F3-D24B-4A62-8F4D-F62D7F3F24BC}" srcOrd="0" destOrd="1" presId="urn:microsoft.com/office/officeart/2005/8/layout/StepDownProcess"/>
    <dgm:cxn modelId="{3CB580D7-8185-46B5-9457-C3DF59A4AB63}" srcId="{9C2A2F4F-8926-4D14-A65E-DBBF08BCA4B3}" destId="{4626DF9A-3057-439C-AE57-ADA69AC23F61}" srcOrd="0" destOrd="0" parTransId="{5B57E493-B55D-4C52-8081-B5EC2A2B54F9}" sibTransId="{CF886A9B-D7F3-4455-B6AE-78403D1240EE}"/>
    <dgm:cxn modelId="{700E34C1-F03F-4987-92E8-04A485786063}" type="presOf" srcId="{7CC1327E-B183-4059-852D-4B9BA1948884}" destId="{002037F3-D24B-4A62-8F4D-F62D7F3F24BC}" srcOrd="0" destOrd="2" presId="urn:microsoft.com/office/officeart/2005/8/layout/StepDownProcess"/>
    <dgm:cxn modelId="{30B45E2B-BA5E-4511-B480-B177CEACBBCD}" type="presOf" srcId="{DF1E1275-3CEC-4E08-973E-820E6BB016E8}" destId="{727D5187-AE0A-41DC-87B3-274D937D0146}" srcOrd="0" destOrd="2" presId="urn:microsoft.com/office/officeart/2005/8/layout/StepDownProcess"/>
    <dgm:cxn modelId="{E9F64ECE-4187-4E89-8A28-889D34D03F99}" type="presOf" srcId="{4626DF9A-3057-439C-AE57-ADA69AC23F61}" destId="{09E83E92-409A-41D5-8E4F-A2B065EC01DC}" srcOrd="0" destOrd="0" presId="urn:microsoft.com/office/officeart/2005/8/layout/StepDownProcess"/>
    <dgm:cxn modelId="{974C48FF-4640-4D11-94E2-15678E99B3F3}" srcId="{D99DD72E-A416-4BDA-99F0-A253EB9582AD}" destId="{7CC1327E-B183-4059-852D-4B9BA1948884}" srcOrd="2" destOrd="0" parTransId="{5B0390E4-CB0B-4BCC-81BF-B82A902EF618}" sibTransId="{5513119E-F255-478C-AE5C-0FF440A8C2B2}"/>
    <dgm:cxn modelId="{31AAE0A0-4009-43EF-ABCD-9C7DBBA2E071}" srcId="{4FD4FC2F-2AF0-4FC4-A800-C24D071CE1CC}" destId="{132AA97F-C7C1-48A4-AF75-2BF2BE6716CC}" srcOrd="0" destOrd="0" parTransId="{329C5D3D-EDD1-439B-B1B8-4880A6A55236}" sibTransId="{A47A8882-C47A-4F12-8302-EC456F4BDA62}"/>
    <dgm:cxn modelId="{D18C63F1-84B6-4242-9DA2-ADC0C37E86AC}" type="presOf" srcId="{9C2A2F4F-8926-4D14-A65E-DBBF08BCA4B3}" destId="{4881D8C2-0396-4962-897B-47A4BA381CA8}" srcOrd="0" destOrd="0" presId="urn:microsoft.com/office/officeart/2005/8/layout/StepDownProcess"/>
    <dgm:cxn modelId="{94908574-7320-4DCB-A83E-F2535D81B25C}" type="presOf" srcId="{3E7B7D2B-E97E-4F36-B869-CD6E074E0C14}" destId="{727D5187-AE0A-41DC-87B3-274D937D0146}" srcOrd="0" destOrd="0" presId="urn:microsoft.com/office/officeart/2005/8/layout/StepDownProcess"/>
    <dgm:cxn modelId="{19D33EE9-639C-4CDD-B7CC-B524790200A6}" type="presParOf" srcId="{4881D8C2-0396-4962-897B-47A4BA381CA8}" destId="{41B249DC-DB7B-4F0B-9C74-1733F006B8FD}" srcOrd="0" destOrd="0" presId="urn:microsoft.com/office/officeart/2005/8/layout/StepDownProcess"/>
    <dgm:cxn modelId="{C0001EA3-7D2B-4D46-AD59-F1B056D1E93B}" type="presParOf" srcId="{41B249DC-DB7B-4F0B-9C74-1733F006B8FD}" destId="{2ABFD0E2-8ED2-4F64-802E-8E6E49DE4DC2}" srcOrd="0" destOrd="0" presId="urn:microsoft.com/office/officeart/2005/8/layout/StepDownProcess"/>
    <dgm:cxn modelId="{CA28CA14-4382-433F-96BB-78CFF9A3F603}" type="presParOf" srcId="{41B249DC-DB7B-4F0B-9C74-1733F006B8FD}" destId="{09E83E92-409A-41D5-8E4F-A2B065EC01DC}" srcOrd="1" destOrd="0" presId="urn:microsoft.com/office/officeart/2005/8/layout/StepDownProcess"/>
    <dgm:cxn modelId="{81ECC311-836F-4780-8375-EA8F140C5CF4}" type="presParOf" srcId="{41B249DC-DB7B-4F0B-9C74-1733F006B8FD}" destId="{727D5187-AE0A-41DC-87B3-274D937D0146}" srcOrd="2" destOrd="0" presId="urn:microsoft.com/office/officeart/2005/8/layout/StepDownProcess"/>
    <dgm:cxn modelId="{2595260A-EFD9-40F4-9E58-9C84D13A13F7}" type="presParOf" srcId="{4881D8C2-0396-4962-897B-47A4BA381CA8}" destId="{C98982CC-1F03-40EB-8BC7-E76E742499C0}" srcOrd="1" destOrd="0" presId="urn:microsoft.com/office/officeart/2005/8/layout/StepDownProcess"/>
    <dgm:cxn modelId="{22E2DC59-5C90-4CF0-936C-3A94475A15E0}" type="presParOf" srcId="{4881D8C2-0396-4962-897B-47A4BA381CA8}" destId="{16978878-DB6B-4149-8838-AFB480EA643F}" srcOrd="2" destOrd="0" presId="urn:microsoft.com/office/officeart/2005/8/layout/StepDownProcess"/>
    <dgm:cxn modelId="{10D48DDE-3F31-4E4D-936E-19E35774DBF7}" type="presParOf" srcId="{16978878-DB6B-4149-8838-AFB480EA643F}" destId="{C1204A90-566D-407C-930F-B4AE273653A3}" srcOrd="0" destOrd="0" presId="urn:microsoft.com/office/officeart/2005/8/layout/StepDownProcess"/>
    <dgm:cxn modelId="{520BA365-0D44-44A9-A5E3-EB1A14FE92AA}" type="presParOf" srcId="{16978878-DB6B-4149-8838-AFB480EA643F}" destId="{026D5470-5825-4420-ABC1-7D9420F8D847}" srcOrd="1" destOrd="0" presId="urn:microsoft.com/office/officeart/2005/8/layout/StepDownProcess"/>
    <dgm:cxn modelId="{3D4CAE06-A889-44C3-B5DA-5D633B9C7FC8}" type="presParOf" srcId="{16978878-DB6B-4149-8838-AFB480EA643F}" destId="{002037F3-D24B-4A62-8F4D-F62D7F3F24BC}" srcOrd="2" destOrd="0" presId="urn:microsoft.com/office/officeart/2005/8/layout/StepDownProcess"/>
    <dgm:cxn modelId="{5A570B1E-A268-4BD2-812B-8FB5CEB25A09}" type="presParOf" srcId="{4881D8C2-0396-4962-897B-47A4BA381CA8}" destId="{9580E54B-3E07-4C59-A7C1-FBC8DB5CA4AC}" srcOrd="3" destOrd="0" presId="urn:microsoft.com/office/officeart/2005/8/layout/StepDownProcess"/>
    <dgm:cxn modelId="{D4B996ED-9807-4318-8219-07AD7AB24608}" type="presParOf" srcId="{4881D8C2-0396-4962-897B-47A4BA381CA8}" destId="{65829B95-2EFF-449E-808C-08C520AF6EA2}" srcOrd="4" destOrd="0" presId="urn:microsoft.com/office/officeart/2005/8/layout/StepDownProcess"/>
    <dgm:cxn modelId="{5FAA7E42-8B7D-44E9-837B-9F2C8C038515}" type="presParOf" srcId="{65829B95-2EFF-449E-808C-08C520AF6EA2}" destId="{07BA3686-6C5F-4752-925D-42AB86237B0D}" srcOrd="0" destOrd="0" presId="urn:microsoft.com/office/officeart/2005/8/layout/StepDownProcess"/>
    <dgm:cxn modelId="{8E25A616-7ADA-4A04-9C29-81EAE9417A72}"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SG" dirty="0" smtClean="0"/>
            <a:t>After adding the unvisited prospects</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smtClean="0"/>
            <a:t>Get (Lat/Long) for 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1240CE8-8264-4099-895A-8098DEFE5336}">
      <dgm:prSet phldrT="[Text]"/>
      <dgm:spPr/>
      <dgm:t>
        <a:bodyPr/>
        <a:lstStyle/>
        <a:p>
          <a:pPr>
            <a:buFont typeface="Arial" panose="020B0604020202020204" pitchFamily="34" charset="0"/>
            <a:buChar char="•"/>
          </a:pPr>
          <a:r>
            <a:rPr lang="en-US" dirty="0" smtClean="0"/>
            <a:t>Find the unvisited </a:t>
          </a:r>
          <a:r>
            <a:rPr lang="en-US" dirty="0"/>
            <a:t>prospects in the </a:t>
          </a:r>
          <a:r>
            <a:rPr lang="en-US" dirty="0" smtClean="0"/>
            <a:t>nearby location based on coordinates till total </a:t>
          </a:r>
          <a:r>
            <a:rPr lang="en-US" dirty="0"/>
            <a:t>60 is reached</a:t>
          </a:r>
          <a:endParaRPr lang="en-SG" dirty="0"/>
        </a:p>
      </dgm:t>
    </dgm:pt>
    <dgm:pt modelId="{2326BA8A-40FF-4FD8-ABDB-16EA71D0C8FF}" type="parTrans" cxnId="{F750AFB0-DB6A-4AF1-BB00-44FEA4F106D9}">
      <dgm:prSet/>
      <dgm:spPr/>
      <dgm:t>
        <a:bodyPr/>
        <a:lstStyle/>
        <a:p>
          <a:endParaRPr lang="en-SG"/>
        </a:p>
      </dgm:t>
    </dgm:pt>
    <dgm:pt modelId="{A82F7610-5842-45BA-899F-B5A11E833EFB}" type="sibTrans" cxnId="{F750AFB0-DB6A-4AF1-BB00-44FEA4F106D9}">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a:t>
          </a:r>
          <a:r>
            <a:rPr lang="en-US" dirty="0" smtClean="0"/>
            <a:t>customer/prospect </a:t>
          </a:r>
          <a:r>
            <a:rPr lang="en-US" dirty="0"/>
            <a:t>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a:t>
          </a:r>
          <a:r>
            <a:rPr lang="en-US" dirty="0" smtClean="0"/>
            <a:t>N for both prospects and customers </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688A1CB3-E455-4522-898F-C9A32963180F}">
      <dgm:prSet phldrT="[Text]"/>
      <dgm:spPr/>
      <dgm:t>
        <a:bodyPr/>
        <a:lstStyle/>
        <a:p>
          <a:pPr>
            <a:buFont typeface="Arial" panose="020B0604020202020204" pitchFamily="34" charset="0"/>
            <a:buChar char="•"/>
          </a:pPr>
          <a:r>
            <a:rPr lang="en-US" dirty="0" smtClean="0"/>
            <a:t>Uses "Nearest Neighbor" algorithm starting from Distribution Center</a:t>
          </a:r>
          <a:r>
            <a:rPr lang="en-SG" dirty="0" smtClean="0"/>
            <a:t> </a:t>
          </a:r>
          <a:endParaRPr lang="en-SG" dirty="0"/>
        </a:p>
      </dgm:t>
    </dgm:pt>
    <dgm:pt modelId="{4F9A5C68-9854-41B3-8C12-8672CFB83915}" type="sibTrans" cxnId="{30D2A698-31B6-4B82-B7D9-990A2C46503F}">
      <dgm:prSet/>
      <dgm:spPr/>
      <dgm:t>
        <a:bodyPr/>
        <a:lstStyle/>
        <a:p>
          <a:endParaRPr lang="en-US"/>
        </a:p>
      </dgm:t>
    </dgm:pt>
    <dgm:pt modelId="{554E605E-EAB3-44E2-9C96-145CA19566EA}" type="parTrans" cxnId="{30D2A698-31B6-4B82-B7D9-990A2C46503F}">
      <dgm:prSet/>
      <dgm:spPr/>
      <dgm:t>
        <a:bodyPr/>
        <a:lstStyle/>
        <a:p>
          <a:endParaRPr lang="en-US"/>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12605" custScaleY="78526" custLinFactNeighborX="12746">
        <dgm:presLayoutVars>
          <dgm:chMax val="0"/>
          <dgm:chPref val="0"/>
          <dgm:bulletEnabled val="1"/>
        </dgm:presLayoutVars>
      </dgm:prSet>
      <dgm:spPr/>
      <dgm:t>
        <a:bodyPr/>
        <a:lstStyle/>
        <a:p>
          <a:endParaRPr lang="en-US"/>
        </a:p>
      </dgm:t>
    </dgm:pt>
  </dgm:ptLst>
  <dgm:cxnLst>
    <dgm:cxn modelId="{31AAE0A0-4009-43EF-ABCD-9C7DBBA2E071}" srcId="{4FD4FC2F-2AF0-4FC4-A800-C24D071CE1CC}" destId="{132AA97F-C7C1-48A4-AF75-2BF2BE6716CC}" srcOrd="0" destOrd="0" parTransId="{329C5D3D-EDD1-439B-B1B8-4880A6A55236}" sibTransId="{A47A8882-C47A-4F12-8302-EC456F4BDA62}"/>
    <dgm:cxn modelId="{055F8BCA-76E1-4594-B4CC-FE45B71D7E5A}" type="presOf" srcId="{7CC1327E-B183-4059-852D-4B9BA1948884}" destId="{002037F3-D24B-4A62-8F4D-F62D7F3F24BC}" srcOrd="0" destOrd="3" presId="urn:microsoft.com/office/officeart/2005/8/layout/StepDownProcess"/>
    <dgm:cxn modelId="{098017AE-A34D-4AD2-A8D7-4DCA49FB7620}" srcId="{9C2A2F4F-8926-4D14-A65E-DBBF08BCA4B3}" destId="{4FD4FC2F-2AF0-4FC4-A800-C24D071CE1CC}" srcOrd="2" destOrd="0" parTransId="{C80CBF4F-95C3-4DC5-A0DC-BE295335278C}" sibTransId="{6F14B050-34C1-483A-A423-431249B27D84}"/>
    <dgm:cxn modelId="{8929CBFD-4C1E-4F9D-A930-F78FDDEC282E}" type="presOf" srcId="{132AA97F-C7C1-48A4-AF75-2BF2BE6716CC}" destId="{81A51BBB-E42F-4858-BCE8-7D030242B87A}" srcOrd="0" destOrd="0" presId="urn:microsoft.com/office/officeart/2005/8/layout/StepDownProcess"/>
    <dgm:cxn modelId="{3CB580D7-8185-46B5-9457-C3DF59A4AB63}" srcId="{9C2A2F4F-8926-4D14-A65E-DBBF08BCA4B3}" destId="{4626DF9A-3057-439C-AE57-ADA69AC23F61}" srcOrd="0" destOrd="0" parTransId="{5B57E493-B55D-4C52-8081-B5EC2A2B54F9}" sibTransId="{CF886A9B-D7F3-4455-B6AE-78403D1240EE}"/>
    <dgm:cxn modelId="{7302031C-F88F-48CC-ADA6-4669F1332D07}" type="presOf" srcId="{D99DD72E-A416-4BDA-99F0-A253EB9582AD}" destId="{026D5470-5825-4420-ABC1-7D9420F8D847}" srcOrd="0" destOrd="0" presId="urn:microsoft.com/office/officeart/2005/8/layout/StepDownProcess"/>
    <dgm:cxn modelId="{86A8DB06-04CF-4233-8AAC-8F5BF51DE38A}" type="presOf" srcId="{E82732D3-C300-46DD-A08A-F2EDB4725117}" destId="{727D5187-AE0A-41DC-87B3-274D937D0146}" srcOrd="0" destOrd="1" presId="urn:microsoft.com/office/officeart/2005/8/layout/StepDownProcess"/>
    <dgm:cxn modelId="{8B01EF47-9B33-40B9-A37A-6BC9F860ACD0}" type="presOf" srcId="{E6D01CF8-CD55-4968-9C3D-B5BB654747BC}" destId="{002037F3-D24B-4A62-8F4D-F62D7F3F24BC}" srcOrd="0" destOrd="2"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C6B38495-4E15-4529-BD06-44A54E9A0A74}" type="presOf" srcId="{BF3F8632-B8B5-4A8F-B40D-F157E9AB4A21}" destId="{002037F3-D24B-4A62-8F4D-F62D7F3F24BC}" srcOrd="0" destOrd="0" presId="urn:microsoft.com/office/officeart/2005/8/layout/StepDownProcess"/>
    <dgm:cxn modelId="{9C38F865-5912-4DC7-9B9D-5C6DB117127D}" srcId="{9C2A2F4F-8926-4D14-A65E-DBBF08BCA4B3}" destId="{D99DD72E-A416-4BDA-99F0-A253EB9582AD}" srcOrd="1" destOrd="0" parTransId="{5B826D20-D29A-4917-9CCB-37D6DAD1B796}" sibTransId="{BB01EB21-4284-4323-A076-2E468F0C06BB}"/>
    <dgm:cxn modelId="{6FDE15C1-FBB2-4057-8E9B-99E4B7A1095E}" type="presOf" srcId="{9C2A2F4F-8926-4D14-A65E-DBBF08BCA4B3}" destId="{4881D8C2-0396-4962-897B-47A4BA381CA8}" srcOrd="0" destOrd="0" presId="urn:microsoft.com/office/officeart/2005/8/layout/StepDownProcess"/>
    <dgm:cxn modelId="{34CDB111-A056-41BF-B8A7-7A87B3CCD8E0}" type="presOf" srcId="{3E7B7D2B-E97E-4F36-B869-CD6E074E0C14}" destId="{727D5187-AE0A-41DC-87B3-274D937D0146}" srcOrd="0" destOrd="0" presId="urn:microsoft.com/office/officeart/2005/8/layout/StepDownProcess"/>
    <dgm:cxn modelId="{F750AFB0-DB6A-4AF1-BB00-44FEA4F106D9}" srcId="{4626DF9A-3057-439C-AE57-ADA69AC23F61}" destId="{E1240CE8-8264-4099-895A-8098DEFE5336}" srcOrd="2" destOrd="0" parTransId="{2326BA8A-40FF-4FD8-ABDB-16EA71D0C8FF}" sibTransId="{A82F7610-5842-45BA-899F-B5A11E833EFB}"/>
    <dgm:cxn modelId="{0FB1848C-B219-4E47-A654-CCE2DD7BE554}" type="presOf" srcId="{4626DF9A-3057-439C-AE57-ADA69AC23F61}" destId="{09E83E92-409A-41D5-8E4F-A2B065EC01DC}" srcOrd="0" destOrd="0" presId="urn:microsoft.com/office/officeart/2005/8/layout/StepDownProcess"/>
    <dgm:cxn modelId="{2E9C9326-0706-499B-8966-A4DD6F666AB7}" srcId="{D99DD72E-A416-4BDA-99F0-A253EB9582AD}" destId="{BF3F8632-B8B5-4A8F-B40D-F157E9AB4A21}" srcOrd="0" destOrd="0" parTransId="{9AA3CB9C-76C6-4284-A081-EF43E6AF3443}" sibTransId="{FEC6DD15-152F-49C3-8304-28EE3E2FFB79}"/>
    <dgm:cxn modelId="{B10FDD77-FDD7-41C9-95EF-9552F95CA86C}" type="presOf" srcId="{4FD4FC2F-2AF0-4FC4-A800-C24D071CE1CC}" destId="{07BA3686-6C5F-4752-925D-42AB86237B0D}" srcOrd="0" destOrd="0" presId="urn:microsoft.com/office/officeart/2005/8/layout/StepDownProcess"/>
    <dgm:cxn modelId="{974C48FF-4640-4D11-94E2-15678E99B3F3}" srcId="{D99DD72E-A416-4BDA-99F0-A253EB9582AD}" destId="{7CC1327E-B183-4059-852D-4B9BA1948884}" srcOrd="3" destOrd="0" parTransId="{5B0390E4-CB0B-4BCC-81BF-B82A902EF618}" sibTransId="{5513119E-F255-478C-AE5C-0FF440A8C2B2}"/>
    <dgm:cxn modelId="{30D2A698-31B6-4B82-B7D9-990A2C46503F}" srcId="{D99DD72E-A416-4BDA-99F0-A253EB9582AD}" destId="{688A1CB3-E455-4522-898F-C9A32963180F}" srcOrd="1" destOrd="0" parTransId="{554E605E-EAB3-44E2-9C96-145CA19566EA}" sibTransId="{4F9A5C68-9854-41B3-8C12-8672CFB83915}"/>
    <dgm:cxn modelId="{AF4A1DDF-18AD-4AAB-A6E4-0695347B603C}" srcId="{D99DD72E-A416-4BDA-99F0-A253EB9582AD}" destId="{E6D01CF8-CD55-4968-9C3D-B5BB654747BC}" srcOrd="2" destOrd="0" parTransId="{12593451-B702-4C40-A7EF-082E469AFB80}" sibTransId="{B55C94D8-3F23-45B4-9D68-33EDAC7A1B11}"/>
    <dgm:cxn modelId="{FB2A6D49-88C8-4355-9374-561CF2534E22}" srcId="{4626DF9A-3057-439C-AE57-ADA69AC23F61}" destId="{3E7B7D2B-E97E-4F36-B869-CD6E074E0C14}" srcOrd="0" destOrd="0" parTransId="{18F216F2-4888-4721-9F4F-CB7FCB8C5357}" sibTransId="{CA85BC34-0709-4252-84D5-612CE6545EA2}"/>
    <dgm:cxn modelId="{B946EA4C-2A44-4776-B16F-226D86D3FEEB}" type="presOf" srcId="{E1240CE8-8264-4099-895A-8098DEFE5336}" destId="{727D5187-AE0A-41DC-87B3-274D937D0146}" srcOrd="0" destOrd="2" presId="urn:microsoft.com/office/officeart/2005/8/layout/StepDownProcess"/>
    <dgm:cxn modelId="{6435A4BF-52BC-46BE-BD1D-CFA517F3C430}" type="presOf" srcId="{688A1CB3-E455-4522-898F-C9A32963180F}" destId="{002037F3-D24B-4A62-8F4D-F62D7F3F24BC}" srcOrd="0" destOrd="1" presId="urn:microsoft.com/office/officeart/2005/8/layout/StepDownProcess"/>
    <dgm:cxn modelId="{D3714641-EF16-4095-B467-B202728A97F3}" type="presParOf" srcId="{4881D8C2-0396-4962-897B-47A4BA381CA8}" destId="{41B249DC-DB7B-4F0B-9C74-1733F006B8FD}" srcOrd="0" destOrd="0" presId="urn:microsoft.com/office/officeart/2005/8/layout/StepDownProcess"/>
    <dgm:cxn modelId="{5D1BD426-C563-432F-9025-B6E2B77CBF03}" type="presParOf" srcId="{41B249DC-DB7B-4F0B-9C74-1733F006B8FD}" destId="{2ABFD0E2-8ED2-4F64-802E-8E6E49DE4DC2}" srcOrd="0" destOrd="0" presId="urn:microsoft.com/office/officeart/2005/8/layout/StepDownProcess"/>
    <dgm:cxn modelId="{2413098B-1427-4F75-BF0B-2B6CD9ECC04D}" type="presParOf" srcId="{41B249DC-DB7B-4F0B-9C74-1733F006B8FD}" destId="{09E83E92-409A-41D5-8E4F-A2B065EC01DC}" srcOrd="1" destOrd="0" presId="urn:microsoft.com/office/officeart/2005/8/layout/StepDownProcess"/>
    <dgm:cxn modelId="{1794AE23-2DD5-4025-A19C-4C58232C292B}" type="presParOf" srcId="{41B249DC-DB7B-4F0B-9C74-1733F006B8FD}" destId="{727D5187-AE0A-41DC-87B3-274D937D0146}" srcOrd="2" destOrd="0" presId="urn:microsoft.com/office/officeart/2005/8/layout/StepDownProcess"/>
    <dgm:cxn modelId="{0BD9826C-A46D-41A2-B561-1272107956A1}" type="presParOf" srcId="{4881D8C2-0396-4962-897B-47A4BA381CA8}" destId="{C98982CC-1F03-40EB-8BC7-E76E742499C0}" srcOrd="1" destOrd="0" presId="urn:microsoft.com/office/officeart/2005/8/layout/StepDownProcess"/>
    <dgm:cxn modelId="{E9CD8DC1-CE65-4C00-9166-F03C17716DAA}" type="presParOf" srcId="{4881D8C2-0396-4962-897B-47A4BA381CA8}" destId="{16978878-DB6B-4149-8838-AFB480EA643F}" srcOrd="2" destOrd="0" presId="urn:microsoft.com/office/officeart/2005/8/layout/StepDownProcess"/>
    <dgm:cxn modelId="{AC457A4D-2418-4CAD-B19C-BD3B0FF04DEA}" type="presParOf" srcId="{16978878-DB6B-4149-8838-AFB480EA643F}" destId="{C1204A90-566D-407C-930F-B4AE273653A3}" srcOrd="0" destOrd="0" presId="urn:microsoft.com/office/officeart/2005/8/layout/StepDownProcess"/>
    <dgm:cxn modelId="{635261B2-C302-4F12-8F5D-68EBC2AC4B71}" type="presParOf" srcId="{16978878-DB6B-4149-8838-AFB480EA643F}" destId="{026D5470-5825-4420-ABC1-7D9420F8D847}" srcOrd="1" destOrd="0" presId="urn:microsoft.com/office/officeart/2005/8/layout/StepDownProcess"/>
    <dgm:cxn modelId="{6C10D32C-B899-4CD4-81F4-BB5E7AF1B31F}" type="presParOf" srcId="{16978878-DB6B-4149-8838-AFB480EA643F}" destId="{002037F3-D24B-4A62-8F4D-F62D7F3F24BC}" srcOrd="2" destOrd="0" presId="urn:microsoft.com/office/officeart/2005/8/layout/StepDownProcess"/>
    <dgm:cxn modelId="{DFEBA016-76A5-446B-913E-3C2689B63202}" type="presParOf" srcId="{4881D8C2-0396-4962-897B-47A4BA381CA8}" destId="{9580E54B-3E07-4C59-A7C1-FBC8DB5CA4AC}" srcOrd="3" destOrd="0" presId="urn:microsoft.com/office/officeart/2005/8/layout/StepDownProcess"/>
    <dgm:cxn modelId="{7066AE5F-9FB3-452F-AD5A-167C2487FC5D}" type="presParOf" srcId="{4881D8C2-0396-4962-897B-47A4BA381CA8}" destId="{65829B95-2EFF-449E-808C-08C520AF6EA2}" srcOrd="4" destOrd="0" presId="urn:microsoft.com/office/officeart/2005/8/layout/StepDownProcess"/>
    <dgm:cxn modelId="{67DFB7C0-9E3E-4C17-AFD8-49F4AF32E26C}" type="presParOf" srcId="{65829B95-2EFF-449E-808C-08C520AF6EA2}" destId="{07BA3686-6C5F-4752-925D-42AB86237B0D}" srcOrd="0" destOrd="0" presId="urn:microsoft.com/office/officeart/2005/8/layout/StepDownProcess"/>
    <dgm:cxn modelId="{DABAD2F7-8ABB-44C9-B635-4707225E3642}"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SG" dirty="0" smtClean="0"/>
            <a:t>After adding the unvisited prospects</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dirty="0" smtClean="0"/>
            <a:t>Get </a:t>
          </a:r>
          <a:r>
            <a:rPr lang="en-US" dirty="0" err="1" smtClean="0"/>
            <a:t>Lat</a:t>
          </a:r>
          <a:r>
            <a:rPr lang="en-US" dirty="0" smtClean="0"/>
            <a:t>, Long and barangay code for 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1240CE8-8264-4099-895A-8098DEFE5336}">
      <dgm:prSet phldrT="[Text]"/>
      <dgm:spPr/>
      <dgm:t>
        <a:bodyPr/>
        <a:lstStyle/>
        <a:p>
          <a:pPr>
            <a:buFont typeface="Arial" panose="020B0604020202020204" pitchFamily="34" charset="0"/>
            <a:buChar char="•"/>
          </a:pPr>
          <a:r>
            <a:rPr lang="en-US" dirty="0" smtClean="0"/>
            <a:t>Find the unvisited </a:t>
          </a:r>
          <a:r>
            <a:rPr lang="en-US" dirty="0"/>
            <a:t>prospects in the </a:t>
          </a:r>
          <a:r>
            <a:rPr lang="en-US" dirty="0" smtClean="0"/>
            <a:t>nearby location based on coordinates till total </a:t>
          </a:r>
          <a:r>
            <a:rPr lang="en-US" dirty="0"/>
            <a:t>60 is reached</a:t>
          </a:r>
          <a:endParaRPr lang="en-SG" dirty="0"/>
        </a:p>
      </dgm:t>
    </dgm:pt>
    <dgm:pt modelId="{2326BA8A-40FF-4FD8-ABDB-16EA71D0C8FF}" type="parTrans" cxnId="{F750AFB0-DB6A-4AF1-BB00-44FEA4F106D9}">
      <dgm:prSet/>
      <dgm:spPr/>
      <dgm:t>
        <a:bodyPr/>
        <a:lstStyle/>
        <a:p>
          <a:endParaRPr lang="en-SG"/>
        </a:p>
      </dgm:t>
    </dgm:pt>
    <dgm:pt modelId="{A82F7610-5842-45BA-899F-B5A11E833EFB}" type="sibTrans" cxnId="{F750AFB0-DB6A-4AF1-BB00-44FEA4F106D9}">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a:t>
          </a:r>
          <a:r>
            <a:rPr lang="en-US" dirty="0" smtClean="0"/>
            <a:t>customer/prospect </a:t>
          </a:r>
          <a:r>
            <a:rPr lang="en-US" dirty="0"/>
            <a:t>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a:t>
          </a:r>
          <a:r>
            <a:rPr lang="en-US" dirty="0" smtClean="0"/>
            <a:t>N for both prospects and customers </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688A1CB3-E455-4522-898F-C9A32963180F}">
      <dgm:prSet phldrT="[Text]"/>
      <dgm:spPr/>
      <dgm:t>
        <a:bodyPr/>
        <a:lstStyle/>
        <a:p>
          <a:pPr>
            <a:buFont typeface="Arial" panose="020B0604020202020204" pitchFamily="34" charset="0"/>
            <a:buChar char="•"/>
          </a:pPr>
          <a:r>
            <a:rPr lang="en-US" dirty="0" smtClean="0"/>
            <a:t>Uses "Nearest Neighbor" algorithm starting from Distribution Center</a:t>
          </a:r>
          <a:r>
            <a:rPr lang="en-SG" dirty="0" smtClean="0"/>
            <a:t> </a:t>
          </a:r>
          <a:endParaRPr lang="en-SG" dirty="0"/>
        </a:p>
      </dgm:t>
    </dgm:pt>
    <dgm:pt modelId="{4F9A5C68-9854-41B3-8C12-8672CFB83915}" type="sibTrans" cxnId="{30D2A698-31B6-4B82-B7D9-990A2C46503F}">
      <dgm:prSet/>
      <dgm:spPr/>
      <dgm:t>
        <a:bodyPr/>
        <a:lstStyle/>
        <a:p>
          <a:endParaRPr lang="en-US"/>
        </a:p>
      </dgm:t>
    </dgm:pt>
    <dgm:pt modelId="{554E605E-EAB3-44E2-9C96-145CA19566EA}" type="parTrans" cxnId="{30D2A698-31B6-4B82-B7D9-990A2C46503F}">
      <dgm:prSet/>
      <dgm:spPr/>
      <dgm:t>
        <a:bodyPr/>
        <a:lstStyle/>
        <a:p>
          <a:endParaRPr lang="en-US"/>
        </a:p>
      </dgm:t>
    </dgm:pt>
    <dgm:pt modelId="{9014DBD0-9C31-41E7-914A-3DDCFECCF0F5}">
      <dgm:prSet phldrT="[Text]"/>
      <dgm:spPr/>
      <dgm:t>
        <a:bodyPr/>
        <a:lstStyle/>
        <a:p>
          <a:pPr>
            <a:buFont typeface="Arial" panose="020B0604020202020204" pitchFamily="34" charset="0"/>
            <a:buNone/>
          </a:pPr>
          <a:r>
            <a:rPr lang="en-SG" dirty="0" smtClean="0"/>
            <a:t>For the Invalid coordinate customer assign stop no as 100</a:t>
          </a:r>
          <a:endParaRPr lang="en-SG" dirty="0"/>
        </a:p>
      </dgm:t>
    </dgm:pt>
    <dgm:pt modelId="{0C8ACE9A-518C-4D5C-A3F7-52983233FCC0}" type="parTrans" cxnId="{EAB0435F-2146-42A2-9754-9FB8303F8A93}">
      <dgm:prSet/>
      <dgm:spPr/>
      <dgm:t>
        <a:bodyPr/>
        <a:lstStyle/>
        <a:p>
          <a:endParaRPr lang="en-US"/>
        </a:p>
      </dgm:t>
    </dgm:pt>
    <dgm:pt modelId="{BAC4A327-9A81-41FD-BB53-835AB765EB37}" type="sibTrans" cxnId="{EAB0435F-2146-42A2-9754-9FB8303F8A93}">
      <dgm:prSet/>
      <dgm:spPr/>
      <dgm:t>
        <a:bodyPr/>
        <a:lstStyle/>
        <a:p>
          <a:endParaRPr lang="en-US"/>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12605" custScaleY="78526" custLinFactNeighborX="12746">
        <dgm:presLayoutVars>
          <dgm:chMax val="0"/>
          <dgm:chPref val="0"/>
          <dgm:bulletEnabled val="1"/>
        </dgm:presLayoutVars>
      </dgm:prSet>
      <dgm:spPr/>
      <dgm:t>
        <a:bodyPr/>
        <a:lstStyle/>
        <a:p>
          <a:endParaRPr lang="en-US"/>
        </a:p>
      </dgm:t>
    </dgm:pt>
  </dgm:ptLst>
  <dgm:cxnLst>
    <dgm:cxn modelId="{89FE18E1-E9F5-4E38-8DF3-99C63FEAEA68}" type="presOf" srcId="{D99DD72E-A416-4BDA-99F0-A253EB9582AD}" destId="{026D5470-5825-4420-ABC1-7D9420F8D847}" srcOrd="0" destOrd="0" presId="urn:microsoft.com/office/officeart/2005/8/layout/StepDownProcess"/>
    <dgm:cxn modelId="{098017AE-A34D-4AD2-A8D7-4DCA49FB7620}" srcId="{9C2A2F4F-8926-4D14-A65E-DBBF08BCA4B3}" destId="{4FD4FC2F-2AF0-4FC4-A800-C24D071CE1CC}" srcOrd="2" destOrd="0" parTransId="{C80CBF4F-95C3-4DC5-A0DC-BE295335278C}" sibTransId="{6F14B050-34C1-483A-A423-431249B27D84}"/>
    <dgm:cxn modelId="{31AAE0A0-4009-43EF-ABCD-9C7DBBA2E071}" srcId="{4FD4FC2F-2AF0-4FC4-A800-C24D071CE1CC}" destId="{132AA97F-C7C1-48A4-AF75-2BF2BE6716CC}" srcOrd="0" destOrd="0" parTransId="{329C5D3D-EDD1-439B-B1B8-4880A6A55236}" sibTransId="{A47A8882-C47A-4F12-8302-EC456F4BDA62}"/>
    <dgm:cxn modelId="{974C48FF-4640-4D11-94E2-15678E99B3F3}" srcId="{D99DD72E-A416-4BDA-99F0-A253EB9582AD}" destId="{7CC1327E-B183-4059-852D-4B9BA1948884}" srcOrd="3" destOrd="0" parTransId="{5B0390E4-CB0B-4BCC-81BF-B82A902EF618}" sibTransId="{5513119E-F255-478C-AE5C-0FF440A8C2B2}"/>
    <dgm:cxn modelId="{B1900A50-BA1C-4D8D-9116-9BBA44D64D26}" type="presOf" srcId="{9C2A2F4F-8926-4D14-A65E-DBBF08BCA4B3}" destId="{4881D8C2-0396-4962-897B-47A4BA381CA8}" srcOrd="0" destOrd="0" presId="urn:microsoft.com/office/officeart/2005/8/layout/StepDownProcess"/>
    <dgm:cxn modelId="{EAB0435F-2146-42A2-9754-9FB8303F8A93}" srcId="{4626DF9A-3057-439C-AE57-ADA69AC23F61}" destId="{9014DBD0-9C31-41E7-914A-3DDCFECCF0F5}" srcOrd="2" destOrd="0" parTransId="{0C8ACE9A-518C-4D5C-A3F7-52983233FCC0}" sibTransId="{BAC4A327-9A81-41FD-BB53-835AB765EB37}"/>
    <dgm:cxn modelId="{F750AFB0-DB6A-4AF1-BB00-44FEA4F106D9}" srcId="{4626DF9A-3057-439C-AE57-ADA69AC23F61}" destId="{E1240CE8-8264-4099-895A-8098DEFE5336}" srcOrd="3" destOrd="0" parTransId="{2326BA8A-40FF-4FD8-ABDB-16EA71D0C8FF}" sibTransId="{A82F7610-5842-45BA-899F-B5A11E833EFB}"/>
    <dgm:cxn modelId="{594BACDF-AD87-4EE3-B6A1-12876C3B8244}" type="presOf" srcId="{E6D01CF8-CD55-4968-9C3D-B5BB654747BC}" destId="{002037F3-D24B-4A62-8F4D-F62D7F3F24BC}" srcOrd="0" destOrd="2" presId="urn:microsoft.com/office/officeart/2005/8/layout/StepDownProcess"/>
    <dgm:cxn modelId="{A901139B-DF60-413B-845D-74CCA363CE36}" type="presOf" srcId="{9014DBD0-9C31-41E7-914A-3DDCFECCF0F5}" destId="{727D5187-AE0A-41DC-87B3-274D937D0146}" srcOrd="0" destOrd="2" presId="urn:microsoft.com/office/officeart/2005/8/layout/StepDownProcess"/>
    <dgm:cxn modelId="{9C38F865-5912-4DC7-9B9D-5C6DB117127D}" srcId="{9C2A2F4F-8926-4D14-A65E-DBBF08BCA4B3}" destId="{D99DD72E-A416-4BDA-99F0-A253EB9582AD}" srcOrd="1" destOrd="0" parTransId="{5B826D20-D29A-4917-9CCB-37D6DAD1B796}" sibTransId="{BB01EB21-4284-4323-A076-2E468F0C06BB}"/>
    <dgm:cxn modelId="{5BEE0268-5D99-4A40-916D-2A2153BF4EFD}" type="presOf" srcId="{BF3F8632-B8B5-4A8F-B40D-F157E9AB4A21}" destId="{002037F3-D24B-4A62-8F4D-F62D7F3F24BC}" srcOrd="0" destOrd="0"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F8588AA3-0F8C-46B9-963F-AD5F265430A9}" type="presOf" srcId="{4FD4FC2F-2AF0-4FC4-A800-C24D071CE1CC}" destId="{07BA3686-6C5F-4752-925D-42AB86237B0D}" srcOrd="0" destOrd="0" presId="urn:microsoft.com/office/officeart/2005/8/layout/StepDownProcess"/>
    <dgm:cxn modelId="{A232AFCE-35F0-4D7B-B0D1-872A68C03972}" type="presOf" srcId="{E1240CE8-8264-4099-895A-8098DEFE5336}" destId="{727D5187-AE0A-41DC-87B3-274D937D0146}" srcOrd="0" destOrd="3" presId="urn:microsoft.com/office/officeart/2005/8/layout/StepDownProcess"/>
    <dgm:cxn modelId="{2E9C9326-0706-499B-8966-A4DD6F666AB7}" srcId="{D99DD72E-A416-4BDA-99F0-A253EB9582AD}" destId="{BF3F8632-B8B5-4A8F-B40D-F157E9AB4A21}" srcOrd="0" destOrd="0" parTransId="{9AA3CB9C-76C6-4284-A081-EF43E6AF3443}" sibTransId="{FEC6DD15-152F-49C3-8304-28EE3E2FFB79}"/>
    <dgm:cxn modelId="{FC41B988-0577-4F7E-9DE1-87CCDD2C7543}" type="presOf" srcId="{7CC1327E-B183-4059-852D-4B9BA1948884}" destId="{002037F3-D24B-4A62-8F4D-F62D7F3F24BC}" srcOrd="0" destOrd="3" presId="urn:microsoft.com/office/officeart/2005/8/layout/StepDownProcess"/>
    <dgm:cxn modelId="{FB2A6D49-88C8-4355-9374-561CF2534E22}" srcId="{4626DF9A-3057-439C-AE57-ADA69AC23F61}" destId="{3E7B7D2B-E97E-4F36-B869-CD6E074E0C14}" srcOrd="0" destOrd="0" parTransId="{18F216F2-4888-4721-9F4F-CB7FCB8C5357}" sibTransId="{CA85BC34-0709-4252-84D5-612CE6545EA2}"/>
    <dgm:cxn modelId="{9341B81F-CBCD-4F44-AEFC-BDEE50147426}" type="presOf" srcId="{4626DF9A-3057-439C-AE57-ADA69AC23F61}" destId="{09E83E92-409A-41D5-8E4F-A2B065EC01DC}" srcOrd="0" destOrd="0" presId="urn:microsoft.com/office/officeart/2005/8/layout/StepDownProcess"/>
    <dgm:cxn modelId="{49F462ED-D9BC-47A9-8F61-352D42177D0F}" type="presOf" srcId="{132AA97F-C7C1-48A4-AF75-2BF2BE6716CC}" destId="{81A51BBB-E42F-4858-BCE8-7D030242B87A}" srcOrd="0" destOrd="0" presId="urn:microsoft.com/office/officeart/2005/8/layout/StepDownProcess"/>
    <dgm:cxn modelId="{C768A6E1-811E-4A80-819E-D2CDF29E6112}" type="presOf" srcId="{688A1CB3-E455-4522-898F-C9A32963180F}" destId="{002037F3-D24B-4A62-8F4D-F62D7F3F24BC}" srcOrd="0" destOrd="1" presId="urn:microsoft.com/office/officeart/2005/8/layout/StepDownProcess"/>
    <dgm:cxn modelId="{10D85A4C-A64E-460B-94B7-3F4C4B0E97E5}" type="presOf" srcId="{E82732D3-C300-46DD-A08A-F2EDB4725117}" destId="{727D5187-AE0A-41DC-87B3-274D937D0146}" srcOrd="0" destOrd="1" presId="urn:microsoft.com/office/officeart/2005/8/layout/StepDownProcess"/>
    <dgm:cxn modelId="{46D03CBD-3FC5-4050-B8B0-73B312CE5E4F}" type="presOf" srcId="{3E7B7D2B-E97E-4F36-B869-CD6E074E0C14}" destId="{727D5187-AE0A-41DC-87B3-274D937D0146}" srcOrd="0" destOrd="0" presId="urn:microsoft.com/office/officeart/2005/8/layout/StepDownProcess"/>
    <dgm:cxn modelId="{AF4A1DDF-18AD-4AAB-A6E4-0695347B603C}" srcId="{D99DD72E-A416-4BDA-99F0-A253EB9582AD}" destId="{E6D01CF8-CD55-4968-9C3D-B5BB654747BC}" srcOrd="2" destOrd="0" parTransId="{12593451-B702-4C40-A7EF-082E469AFB80}" sibTransId="{B55C94D8-3F23-45B4-9D68-33EDAC7A1B11}"/>
    <dgm:cxn modelId="{30D2A698-31B6-4B82-B7D9-990A2C46503F}" srcId="{D99DD72E-A416-4BDA-99F0-A253EB9582AD}" destId="{688A1CB3-E455-4522-898F-C9A32963180F}" srcOrd="1" destOrd="0" parTransId="{554E605E-EAB3-44E2-9C96-145CA19566EA}" sibTransId="{4F9A5C68-9854-41B3-8C12-8672CFB83915}"/>
    <dgm:cxn modelId="{3CB580D7-8185-46B5-9457-C3DF59A4AB63}" srcId="{9C2A2F4F-8926-4D14-A65E-DBBF08BCA4B3}" destId="{4626DF9A-3057-439C-AE57-ADA69AC23F61}" srcOrd="0" destOrd="0" parTransId="{5B57E493-B55D-4C52-8081-B5EC2A2B54F9}" sibTransId="{CF886A9B-D7F3-4455-B6AE-78403D1240EE}"/>
    <dgm:cxn modelId="{D2CAFA97-208D-4D2D-A4A2-0B88DFAAADEB}" type="presParOf" srcId="{4881D8C2-0396-4962-897B-47A4BA381CA8}" destId="{41B249DC-DB7B-4F0B-9C74-1733F006B8FD}" srcOrd="0" destOrd="0" presId="urn:microsoft.com/office/officeart/2005/8/layout/StepDownProcess"/>
    <dgm:cxn modelId="{7E538291-8229-474C-B9C4-5BE50FECEFEF}" type="presParOf" srcId="{41B249DC-DB7B-4F0B-9C74-1733F006B8FD}" destId="{2ABFD0E2-8ED2-4F64-802E-8E6E49DE4DC2}" srcOrd="0" destOrd="0" presId="urn:microsoft.com/office/officeart/2005/8/layout/StepDownProcess"/>
    <dgm:cxn modelId="{2973E761-DCF5-46F7-BCD9-9916C18679A7}" type="presParOf" srcId="{41B249DC-DB7B-4F0B-9C74-1733F006B8FD}" destId="{09E83E92-409A-41D5-8E4F-A2B065EC01DC}" srcOrd="1" destOrd="0" presId="urn:microsoft.com/office/officeart/2005/8/layout/StepDownProcess"/>
    <dgm:cxn modelId="{912FD043-3A0B-479C-8A69-85038125F513}" type="presParOf" srcId="{41B249DC-DB7B-4F0B-9C74-1733F006B8FD}" destId="{727D5187-AE0A-41DC-87B3-274D937D0146}" srcOrd="2" destOrd="0" presId="urn:microsoft.com/office/officeart/2005/8/layout/StepDownProcess"/>
    <dgm:cxn modelId="{6AD0E258-81CF-4EBD-A8BB-9D667ED93448}" type="presParOf" srcId="{4881D8C2-0396-4962-897B-47A4BA381CA8}" destId="{C98982CC-1F03-40EB-8BC7-E76E742499C0}" srcOrd="1" destOrd="0" presId="urn:microsoft.com/office/officeart/2005/8/layout/StepDownProcess"/>
    <dgm:cxn modelId="{D453ACD5-85FA-4374-B378-ED0844A47D48}" type="presParOf" srcId="{4881D8C2-0396-4962-897B-47A4BA381CA8}" destId="{16978878-DB6B-4149-8838-AFB480EA643F}" srcOrd="2" destOrd="0" presId="urn:microsoft.com/office/officeart/2005/8/layout/StepDownProcess"/>
    <dgm:cxn modelId="{3BAC3AB8-A64C-42F3-B594-CFBBAD674C0F}" type="presParOf" srcId="{16978878-DB6B-4149-8838-AFB480EA643F}" destId="{C1204A90-566D-407C-930F-B4AE273653A3}" srcOrd="0" destOrd="0" presId="urn:microsoft.com/office/officeart/2005/8/layout/StepDownProcess"/>
    <dgm:cxn modelId="{350588DE-6A7C-4895-974E-E347838FF0F2}" type="presParOf" srcId="{16978878-DB6B-4149-8838-AFB480EA643F}" destId="{026D5470-5825-4420-ABC1-7D9420F8D847}" srcOrd="1" destOrd="0" presId="urn:microsoft.com/office/officeart/2005/8/layout/StepDownProcess"/>
    <dgm:cxn modelId="{17A53684-7DAD-4DE6-929A-E6523570C9BF}" type="presParOf" srcId="{16978878-DB6B-4149-8838-AFB480EA643F}" destId="{002037F3-D24B-4A62-8F4D-F62D7F3F24BC}" srcOrd="2" destOrd="0" presId="urn:microsoft.com/office/officeart/2005/8/layout/StepDownProcess"/>
    <dgm:cxn modelId="{E7686655-07C2-4D8A-963D-ACB639FB0CAF}" type="presParOf" srcId="{4881D8C2-0396-4962-897B-47A4BA381CA8}" destId="{9580E54B-3E07-4C59-A7C1-FBC8DB5CA4AC}" srcOrd="3" destOrd="0" presId="urn:microsoft.com/office/officeart/2005/8/layout/StepDownProcess"/>
    <dgm:cxn modelId="{6C83E9AA-219D-4F0C-A87B-8F60B8787F56}" type="presParOf" srcId="{4881D8C2-0396-4962-897B-47A4BA381CA8}" destId="{65829B95-2EFF-449E-808C-08C520AF6EA2}" srcOrd="4" destOrd="0" presId="urn:microsoft.com/office/officeart/2005/8/layout/StepDownProcess"/>
    <dgm:cxn modelId="{2511BB06-820A-479B-AFCD-17357DE22A4C}" type="presParOf" srcId="{65829B95-2EFF-449E-808C-08C520AF6EA2}" destId="{07BA3686-6C5F-4752-925D-42AB86237B0D}" srcOrd="0" destOrd="0" presId="urn:microsoft.com/office/officeart/2005/8/layout/StepDownProcess"/>
    <dgm:cxn modelId="{9D65D512-65D4-4A2A-9E4E-C2A6EEEED9AB}"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SG" dirty="0" smtClean="0"/>
            <a:t>After adding the unvisited prospects</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dirty="0" smtClean="0"/>
            <a:t>Get </a:t>
          </a:r>
          <a:r>
            <a:rPr lang="en-US" dirty="0" err="1" smtClean="0"/>
            <a:t>Lat</a:t>
          </a:r>
          <a:r>
            <a:rPr lang="en-US" dirty="0" smtClean="0"/>
            <a:t>, Long and barangay code for 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1240CE8-8264-4099-895A-8098DEFE5336}">
      <dgm:prSet phldrT="[Text]"/>
      <dgm:spPr/>
      <dgm:t>
        <a:bodyPr/>
        <a:lstStyle/>
        <a:p>
          <a:pPr>
            <a:buFont typeface="Arial" panose="020B0604020202020204" pitchFamily="34" charset="0"/>
            <a:buChar char="•"/>
          </a:pPr>
          <a:r>
            <a:rPr lang="en-US" dirty="0" smtClean="0"/>
            <a:t>Find the unvisited </a:t>
          </a:r>
          <a:r>
            <a:rPr lang="en-US" dirty="0"/>
            <a:t>prospects in the </a:t>
          </a:r>
          <a:r>
            <a:rPr lang="en-US" dirty="0" smtClean="0"/>
            <a:t>same barangay based on barangay code till total </a:t>
          </a:r>
          <a:r>
            <a:rPr lang="en-US" dirty="0"/>
            <a:t>60 is reached</a:t>
          </a:r>
          <a:endParaRPr lang="en-SG" dirty="0"/>
        </a:p>
      </dgm:t>
    </dgm:pt>
    <dgm:pt modelId="{2326BA8A-40FF-4FD8-ABDB-16EA71D0C8FF}" type="parTrans" cxnId="{F750AFB0-DB6A-4AF1-BB00-44FEA4F106D9}">
      <dgm:prSet/>
      <dgm:spPr/>
      <dgm:t>
        <a:bodyPr/>
        <a:lstStyle/>
        <a:p>
          <a:endParaRPr lang="en-SG"/>
        </a:p>
      </dgm:t>
    </dgm:pt>
    <dgm:pt modelId="{A82F7610-5842-45BA-899F-B5A11E833EFB}" type="sibTrans" cxnId="{F750AFB0-DB6A-4AF1-BB00-44FEA4F106D9}">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a:t>
          </a:r>
          <a:r>
            <a:rPr lang="en-US" dirty="0" smtClean="0"/>
            <a:t>customer/prospect </a:t>
          </a:r>
          <a:r>
            <a:rPr lang="en-US" dirty="0"/>
            <a:t>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a:t>
          </a:r>
          <a:r>
            <a:rPr lang="en-US" dirty="0" smtClean="0"/>
            <a:t>N for both prospects and customers </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688A1CB3-E455-4522-898F-C9A32963180F}">
      <dgm:prSet phldrT="[Text]"/>
      <dgm:spPr/>
      <dgm:t>
        <a:bodyPr/>
        <a:lstStyle/>
        <a:p>
          <a:pPr>
            <a:buFont typeface="Arial" panose="020B0604020202020204" pitchFamily="34" charset="0"/>
            <a:buChar char="•"/>
          </a:pPr>
          <a:r>
            <a:rPr lang="en-US" dirty="0" smtClean="0"/>
            <a:t>Uses "Nearest Neighbor" algorithm starting from Distribution Center</a:t>
          </a:r>
          <a:r>
            <a:rPr lang="en-SG" dirty="0" smtClean="0"/>
            <a:t> </a:t>
          </a:r>
          <a:endParaRPr lang="en-SG" dirty="0"/>
        </a:p>
      </dgm:t>
    </dgm:pt>
    <dgm:pt modelId="{4F9A5C68-9854-41B3-8C12-8672CFB83915}" type="sibTrans" cxnId="{30D2A698-31B6-4B82-B7D9-990A2C46503F}">
      <dgm:prSet/>
      <dgm:spPr/>
      <dgm:t>
        <a:bodyPr/>
        <a:lstStyle/>
        <a:p>
          <a:endParaRPr lang="en-US"/>
        </a:p>
      </dgm:t>
    </dgm:pt>
    <dgm:pt modelId="{554E605E-EAB3-44E2-9C96-145CA19566EA}" type="parTrans" cxnId="{30D2A698-31B6-4B82-B7D9-990A2C46503F}">
      <dgm:prSet/>
      <dgm:spPr/>
      <dgm:t>
        <a:bodyPr/>
        <a:lstStyle/>
        <a:p>
          <a:endParaRPr lang="en-US"/>
        </a:p>
      </dgm:t>
    </dgm:pt>
    <dgm:pt modelId="{9014DBD0-9C31-41E7-914A-3DDCFECCF0F5}">
      <dgm:prSet phldrT="[Text]"/>
      <dgm:spPr/>
      <dgm:t>
        <a:bodyPr/>
        <a:lstStyle/>
        <a:p>
          <a:pPr>
            <a:buFont typeface="Arial" panose="020B0604020202020204" pitchFamily="34" charset="0"/>
            <a:buNone/>
          </a:pPr>
          <a:r>
            <a:rPr lang="en-SG" dirty="0" smtClean="0"/>
            <a:t>For the Invalid coordinate customer assign stop no as 100</a:t>
          </a:r>
          <a:endParaRPr lang="en-SG" dirty="0"/>
        </a:p>
      </dgm:t>
    </dgm:pt>
    <dgm:pt modelId="{0C8ACE9A-518C-4D5C-A3F7-52983233FCC0}" type="parTrans" cxnId="{EAB0435F-2146-42A2-9754-9FB8303F8A93}">
      <dgm:prSet/>
      <dgm:spPr/>
      <dgm:t>
        <a:bodyPr/>
        <a:lstStyle/>
        <a:p>
          <a:endParaRPr lang="en-US"/>
        </a:p>
      </dgm:t>
    </dgm:pt>
    <dgm:pt modelId="{BAC4A327-9A81-41FD-BB53-835AB765EB37}" type="sibTrans" cxnId="{EAB0435F-2146-42A2-9754-9FB8303F8A93}">
      <dgm:prSet/>
      <dgm:spPr/>
      <dgm:t>
        <a:bodyPr/>
        <a:lstStyle/>
        <a:p>
          <a:endParaRPr lang="en-US"/>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12605" custScaleY="78526" custLinFactNeighborX="12746">
        <dgm:presLayoutVars>
          <dgm:chMax val="0"/>
          <dgm:chPref val="0"/>
          <dgm:bulletEnabled val="1"/>
        </dgm:presLayoutVars>
      </dgm:prSet>
      <dgm:spPr/>
      <dgm:t>
        <a:bodyPr/>
        <a:lstStyle/>
        <a:p>
          <a:endParaRPr lang="en-US"/>
        </a:p>
      </dgm:t>
    </dgm:pt>
  </dgm:ptLst>
  <dgm:cxnLst>
    <dgm:cxn modelId="{098017AE-A34D-4AD2-A8D7-4DCA49FB7620}" srcId="{9C2A2F4F-8926-4D14-A65E-DBBF08BCA4B3}" destId="{4FD4FC2F-2AF0-4FC4-A800-C24D071CE1CC}" srcOrd="2" destOrd="0" parTransId="{C80CBF4F-95C3-4DC5-A0DC-BE295335278C}" sibTransId="{6F14B050-34C1-483A-A423-431249B27D84}"/>
    <dgm:cxn modelId="{31AAE0A0-4009-43EF-ABCD-9C7DBBA2E071}" srcId="{4FD4FC2F-2AF0-4FC4-A800-C24D071CE1CC}" destId="{132AA97F-C7C1-48A4-AF75-2BF2BE6716CC}" srcOrd="0" destOrd="0" parTransId="{329C5D3D-EDD1-439B-B1B8-4880A6A55236}" sibTransId="{A47A8882-C47A-4F12-8302-EC456F4BDA62}"/>
    <dgm:cxn modelId="{974C48FF-4640-4D11-94E2-15678E99B3F3}" srcId="{D99DD72E-A416-4BDA-99F0-A253EB9582AD}" destId="{7CC1327E-B183-4059-852D-4B9BA1948884}" srcOrd="3" destOrd="0" parTransId="{5B0390E4-CB0B-4BCC-81BF-B82A902EF618}" sibTransId="{5513119E-F255-478C-AE5C-0FF440A8C2B2}"/>
    <dgm:cxn modelId="{EAB0435F-2146-42A2-9754-9FB8303F8A93}" srcId="{4626DF9A-3057-439C-AE57-ADA69AC23F61}" destId="{9014DBD0-9C31-41E7-914A-3DDCFECCF0F5}" srcOrd="2" destOrd="0" parTransId="{0C8ACE9A-518C-4D5C-A3F7-52983233FCC0}" sibTransId="{BAC4A327-9A81-41FD-BB53-835AB765EB37}"/>
    <dgm:cxn modelId="{834D9E74-EC79-495D-B990-9AB7BFD59DCA}" type="presOf" srcId="{E6D01CF8-CD55-4968-9C3D-B5BB654747BC}" destId="{002037F3-D24B-4A62-8F4D-F62D7F3F24BC}" srcOrd="0" destOrd="2" presId="urn:microsoft.com/office/officeart/2005/8/layout/StepDownProcess"/>
    <dgm:cxn modelId="{E50C71D4-D5F2-43FE-A395-EF4E8ED87C05}" type="presOf" srcId="{9C2A2F4F-8926-4D14-A65E-DBBF08BCA4B3}" destId="{4881D8C2-0396-4962-897B-47A4BA381CA8}" srcOrd="0" destOrd="0" presId="urn:microsoft.com/office/officeart/2005/8/layout/StepDownProcess"/>
    <dgm:cxn modelId="{F750AFB0-DB6A-4AF1-BB00-44FEA4F106D9}" srcId="{4626DF9A-3057-439C-AE57-ADA69AC23F61}" destId="{E1240CE8-8264-4099-895A-8098DEFE5336}" srcOrd="3" destOrd="0" parTransId="{2326BA8A-40FF-4FD8-ABDB-16EA71D0C8FF}" sibTransId="{A82F7610-5842-45BA-899F-B5A11E833EFB}"/>
    <dgm:cxn modelId="{9C38F865-5912-4DC7-9B9D-5C6DB117127D}" srcId="{9C2A2F4F-8926-4D14-A65E-DBBF08BCA4B3}" destId="{D99DD72E-A416-4BDA-99F0-A253EB9582AD}" srcOrd="1" destOrd="0" parTransId="{5B826D20-D29A-4917-9CCB-37D6DAD1B796}" sibTransId="{BB01EB21-4284-4323-A076-2E468F0C06BB}"/>
    <dgm:cxn modelId="{8C9C4DD0-F438-4851-A786-9499301FF147}" type="presOf" srcId="{132AA97F-C7C1-48A4-AF75-2BF2BE6716CC}" destId="{81A51BBB-E42F-4858-BCE8-7D030242B87A}" srcOrd="0" destOrd="0" presId="urn:microsoft.com/office/officeart/2005/8/layout/StepDownProcess"/>
    <dgm:cxn modelId="{07CBD6BB-73AF-437F-804D-8F0FC5630369}" type="presOf" srcId="{7CC1327E-B183-4059-852D-4B9BA1948884}" destId="{002037F3-D24B-4A62-8F4D-F62D7F3F24BC}" srcOrd="0" destOrd="3" presId="urn:microsoft.com/office/officeart/2005/8/layout/StepDownProcess"/>
    <dgm:cxn modelId="{0AE5DEFC-A58A-40C0-ACB6-BD603825A900}" type="presOf" srcId="{E1240CE8-8264-4099-895A-8098DEFE5336}" destId="{727D5187-AE0A-41DC-87B3-274D937D0146}" srcOrd="0" destOrd="3"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32E43FB3-574D-4D59-B1C4-3F390725173A}" type="presOf" srcId="{4FD4FC2F-2AF0-4FC4-A800-C24D071CE1CC}" destId="{07BA3686-6C5F-4752-925D-42AB86237B0D}" srcOrd="0" destOrd="0" presId="urn:microsoft.com/office/officeart/2005/8/layout/StepDownProcess"/>
    <dgm:cxn modelId="{745A7FFF-DBAB-47F4-BBA9-84B0657741CF}" type="presOf" srcId="{BF3F8632-B8B5-4A8F-B40D-F157E9AB4A21}" destId="{002037F3-D24B-4A62-8F4D-F62D7F3F24BC}" srcOrd="0" destOrd="0" presId="urn:microsoft.com/office/officeart/2005/8/layout/StepDownProcess"/>
    <dgm:cxn modelId="{2E9C9326-0706-499B-8966-A4DD6F666AB7}" srcId="{D99DD72E-A416-4BDA-99F0-A253EB9582AD}" destId="{BF3F8632-B8B5-4A8F-B40D-F157E9AB4A21}" srcOrd="0" destOrd="0" parTransId="{9AA3CB9C-76C6-4284-A081-EF43E6AF3443}" sibTransId="{FEC6DD15-152F-49C3-8304-28EE3E2FFB79}"/>
    <dgm:cxn modelId="{80F3205A-8ADB-4AD3-A850-A3274742BAA7}" type="presOf" srcId="{3E7B7D2B-E97E-4F36-B869-CD6E074E0C14}" destId="{727D5187-AE0A-41DC-87B3-274D937D0146}" srcOrd="0" destOrd="0" presId="urn:microsoft.com/office/officeart/2005/8/layout/StepDownProcess"/>
    <dgm:cxn modelId="{C373C5B1-A709-4D94-95F8-4C682BAE4265}" type="presOf" srcId="{9014DBD0-9C31-41E7-914A-3DDCFECCF0F5}" destId="{727D5187-AE0A-41DC-87B3-274D937D0146}" srcOrd="0" destOrd="2" presId="urn:microsoft.com/office/officeart/2005/8/layout/StepDownProcess"/>
    <dgm:cxn modelId="{FB2A6D49-88C8-4355-9374-561CF2534E22}" srcId="{4626DF9A-3057-439C-AE57-ADA69AC23F61}" destId="{3E7B7D2B-E97E-4F36-B869-CD6E074E0C14}" srcOrd="0" destOrd="0" parTransId="{18F216F2-4888-4721-9F4F-CB7FCB8C5357}" sibTransId="{CA85BC34-0709-4252-84D5-612CE6545EA2}"/>
    <dgm:cxn modelId="{F294AF56-7AD6-4FAC-BA19-18B4A35336A1}" type="presOf" srcId="{688A1CB3-E455-4522-898F-C9A32963180F}" destId="{002037F3-D24B-4A62-8F4D-F62D7F3F24BC}" srcOrd="0" destOrd="1" presId="urn:microsoft.com/office/officeart/2005/8/layout/StepDownProcess"/>
    <dgm:cxn modelId="{711E0B47-E663-49AD-8FB4-D80D2515ED18}" type="presOf" srcId="{4626DF9A-3057-439C-AE57-ADA69AC23F61}" destId="{09E83E92-409A-41D5-8E4F-A2B065EC01DC}" srcOrd="0" destOrd="0" presId="urn:microsoft.com/office/officeart/2005/8/layout/StepDownProcess"/>
    <dgm:cxn modelId="{5CD08D38-9680-4AA8-B26B-7178B1721EC8}" type="presOf" srcId="{D99DD72E-A416-4BDA-99F0-A253EB9582AD}" destId="{026D5470-5825-4420-ABC1-7D9420F8D847}" srcOrd="0" destOrd="0" presId="urn:microsoft.com/office/officeart/2005/8/layout/StepDownProcess"/>
    <dgm:cxn modelId="{2091D400-C344-4AEC-9D5A-602E9DDB465C}" type="presOf" srcId="{E82732D3-C300-46DD-A08A-F2EDB4725117}" destId="{727D5187-AE0A-41DC-87B3-274D937D0146}" srcOrd="0" destOrd="1" presId="urn:microsoft.com/office/officeart/2005/8/layout/StepDownProcess"/>
    <dgm:cxn modelId="{AF4A1DDF-18AD-4AAB-A6E4-0695347B603C}" srcId="{D99DD72E-A416-4BDA-99F0-A253EB9582AD}" destId="{E6D01CF8-CD55-4968-9C3D-B5BB654747BC}" srcOrd="2" destOrd="0" parTransId="{12593451-B702-4C40-A7EF-082E469AFB80}" sibTransId="{B55C94D8-3F23-45B4-9D68-33EDAC7A1B11}"/>
    <dgm:cxn modelId="{30D2A698-31B6-4B82-B7D9-990A2C46503F}" srcId="{D99DD72E-A416-4BDA-99F0-A253EB9582AD}" destId="{688A1CB3-E455-4522-898F-C9A32963180F}" srcOrd="1" destOrd="0" parTransId="{554E605E-EAB3-44E2-9C96-145CA19566EA}" sibTransId="{4F9A5C68-9854-41B3-8C12-8672CFB83915}"/>
    <dgm:cxn modelId="{3CB580D7-8185-46B5-9457-C3DF59A4AB63}" srcId="{9C2A2F4F-8926-4D14-A65E-DBBF08BCA4B3}" destId="{4626DF9A-3057-439C-AE57-ADA69AC23F61}" srcOrd="0" destOrd="0" parTransId="{5B57E493-B55D-4C52-8081-B5EC2A2B54F9}" sibTransId="{CF886A9B-D7F3-4455-B6AE-78403D1240EE}"/>
    <dgm:cxn modelId="{92C1A968-4267-4922-BCDB-8C1752846E29}" type="presParOf" srcId="{4881D8C2-0396-4962-897B-47A4BA381CA8}" destId="{41B249DC-DB7B-4F0B-9C74-1733F006B8FD}" srcOrd="0" destOrd="0" presId="urn:microsoft.com/office/officeart/2005/8/layout/StepDownProcess"/>
    <dgm:cxn modelId="{F048A105-6574-4A19-828C-FF4DECE15C16}" type="presParOf" srcId="{41B249DC-DB7B-4F0B-9C74-1733F006B8FD}" destId="{2ABFD0E2-8ED2-4F64-802E-8E6E49DE4DC2}" srcOrd="0" destOrd="0" presId="urn:microsoft.com/office/officeart/2005/8/layout/StepDownProcess"/>
    <dgm:cxn modelId="{7DDED42C-E515-4129-8B7A-A9AA46152D43}" type="presParOf" srcId="{41B249DC-DB7B-4F0B-9C74-1733F006B8FD}" destId="{09E83E92-409A-41D5-8E4F-A2B065EC01DC}" srcOrd="1" destOrd="0" presId="urn:microsoft.com/office/officeart/2005/8/layout/StepDownProcess"/>
    <dgm:cxn modelId="{12F940D0-ED96-4E84-A8A4-C87048197719}" type="presParOf" srcId="{41B249DC-DB7B-4F0B-9C74-1733F006B8FD}" destId="{727D5187-AE0A-41DC-87B3-274D937D0146}" srcOrd="2" destOrd="0" presId="urn:microsoft.com/office/officeart/2005/8/layout/StepDownProcess"/>
    <dgm:cxn modelId="{D24FF15C-1E69-4E38-AD46-B49425ADD821}" type="presParOf" srcId="{4881D8C2-0396-4962-897B-47A4BA381CA8}" destId="{C98982CC-1F03-40EB-8BC7-E76E742499C0}" srcOrd="1" destOrd="0" presId="urn:microsoft.com/office/officeart/2005/8/layout/StepDownProcess"/>
    <dgm:cxn modelId="{BA4E4D41-10B4-450B-8B37-BD1E7C8DFC56}" type="presParOf" srcId="{4881D8C2-0396-4962-897B-47A4BA381CA8}" destId="{16978878-DB6B-4149-8838-AFB480EA643F}" srcOrd="2" destOrd="0" presId="urn:microsoft.com/office/officeart/2005/8/layout/StepDownProcess"/>
    <dgm:cxn modelId="{59E3A6DB-D79A-4023-866C-0738D02B6F0B}" type="presParOf" srcId="{16978878-DB6B-4149-8838-AFB480EA643F}" destId="{C1204A90-566D-407C-930F-B4AE273653A3}" srcOrd="0" destOrd="0" presId="urn:microsoft.com/office/officeart/2005/8/layout/StepDownProcess"/>
    <dgm:cxn modelId="{16A8E79D-3480-4925-9477-CE72B60A6A81}" type="presParOf" srcId="{16978878-DB6B-4149-8838-AFB480EA643F}" destId="{026D5470-5825-4420-ABC1-7D9420F8D847}" srcOrd="1" destOrd="0" presId="urn:microsoft.com/office/officeart/2005/8/layout/StepDownProcess"/>
    <dgm:cxn modelId="{7CCB9895-3EAD-4A22-906A-3271DEF2F689}" type="presParOf" srcId="{16978878-DB6B-4149-8838-AFB480EA643F}" destId="{002037F3-D24B-4A62-8F4D-F62D7F3F24BC}" srcOrd="2" destOrd="0" presId="urn:microsoft.com/office/officeart/2005/8/layout/StepDownProcess"/>
    <dgm:cxn modelId="{70B7692E-7D83-4205-9CF7-2297ECC5DA24}" type="presParOf" srcId="{4881D8C2-0396-4962-897B-47A4BA381CA8}" destId="{9580E54B-3E07-4C59-A7C1-FBC8DB5CA4AC}" srcOrd="3" destOrd="0" presId="urn:microsoft.com/office/officeart/2005/8/layout/StepDownProcess"/>
    <dgm:cxn modelId="{0836211E-90E7-445E-B1BE-0AB29C01A4CF}" type="presParOf" srcId="{4881D8C2-0396-4962-897B-47A4BA381CA8}" destId="{65829B95-2EFF-449E-808C-08C520AF6EA2}" srcOrd="4" destOrd="0" presId="urn:microsoft.com/office/officeart/2005/8/layout/StepDownProcess"/>
    <dgm:cxn modelId="{9DEBD60A-A711-452C-AD2C-15EB934C701A}" type="presParOf" srcId="{65829B95-2EFF-449E-808C-08C520AF6EA2}" destId="{07BA3686-6C5F-4752-925D-42AB86237B0D}" srcOrd="0" destOrd="0" presId="urn:microsoft.com/office/officeart/2005/8/layout/StepDownProcess"/>
    <dgm:cxn modelId="{CA4A90BE-2E1B-4A3A-BB7C-D90C9F4CB93D}"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C2A2F4F-8926-4D14-A65E-DBBF08BCA4B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4626DF9A-3057-439C-AE57-ADA69AC23F61}">
      <dgm:prSet phldrT="[Text]"/>
      <dgm:spPr/>
      <dgm:t>
        <a:bodyPr/>
        <a:lstStyle/>
        <a:p>
          <a:pPr>
            <a:buNone/>
          </a:pPr>
          <a:r>
            <a:rPr lang="en-US" b="1" i="1" dirty="0"/>
            <a:t>Perform optimization</a:t>
          </a:r>
          <a:endParaRPr lang="en-SG" dirty="0"/>
        </a:p>
      </dgm:t>
    </dgm:pt>
    <dgm:pt modelId="{5B57E493-B55D-4C52-8081-B5EC2A2B54F9}" type="parTrans" cxnId="{3CB580D7-8185-46B5-9457-C3DF59A4AB63}">
      <dgm:prSet/>
      <dgm:spPr/>
      <dgm:t>
        <a:bodyPr/>
        <a:lstStyle/>
        <a:p>
          <a:endParaRPr lang="en-SG"/>
        </a:p>
      </dgm:t>
    </dgm:pt>
    <dgm:pt modelId="{CF886A9B-D7F3-4455-B6AE-78403D1240EE}" type="sibTrans" cxnId="{3CB580D7-8185-46B5-9457-C3DF59A4AB63}">
      <dgm:prSet/>
      <dgm:spPr/>
      <dgm:t>
        <a:bodyPr/>
        <a:lstStyle/>
        <a:p>
          <a:endParaRPr lang="en-SG"/>
        </a:p>
      </dgm:t>
    </dgm:pt>
    <dgm:pt modelId="{3E7B7D2B-E97E-4F36-B869-CD6E074E0C14}">
      <dgm:prSet phldrT="[Text]"/>
      <dgm:spPr/>
      <dgm:t>
        <a:bodyPr/>
        <a:lstStyle/>
        <a:p>
          <a:pPr>
            <a:buFont typeface="Arial" panose="020B0604020202020204" pitchFamily="34" charset="0"/>
            <a:buChar char="•"/>
          </a:pPr>
          <a:r>
            <a:rPr lang="en-US" dirty="0"/>
            <a:t>Get customers for agent on this date</a:t>
          </a:r>
          <a:endParaRPr lang="en-SG" dirty="0"/>
        </a:p>
      </dgm:t>
    </dgm:pt>
    <dgm:pt modelId="{18F216F2-4888-4721-9F4F-CB7FCB8C5357}" type="parTrans" cxnId="{FB2A6D49-88C8-4355-9374-561CF2534E22}">
      <dgm:prSet/>
      <dgm:spPr/>
      <dgm:t>
        <a:bodyPr/>
        <a:lstStyle/>
        <a:p>
          <a:endParaRPr lang="en-SG"/>
        </a:p>
      </dgm:t>
    </dgm:pt>
    <dgm:pt modelId="{CA85BC34-0709-4252-84D5-612CE6545EA2}" type="sibTrans" cxnId="{FB2A6D49-88C8-4355-9374-561CF2534E22}">
      <dgm:prSet/>
      <dgm:spPr/>
      <dgm:t>
        <a:bodyPr/>
        <a:lstStyle/>
        <a:p>
          <a:endParaRPr lang="en-SG"/>
        </a:p>
      </dgm:t>
    </dgm:pt>
    <dgm:pt modelId="{D99DD72E-A416-4BDA-99F0-A253EB9582AD}">
      <dgm:prSet phldrT="[Text]"/>
      <dgm:spPr/>
      <dgm:t>
        <a:bodyPr/>
        <a:lstStyle/>
        <a:p>
          <a:pPr>
            <a:buNone/>
          </a:pPr>
          <a:r>
            <a:rPr lang="en-US" dirty="0"/>
            <a:t>Shortest route optimization</a:t>
          </a:r>
          <a:endParaRPr lang="en-SG" dirty="0"/>
        </a:p>
      </dgm:t>
    </dgm:pt>
    <dgm:pt modelId="{5B826D20-D29A-4917-9CCB-37D6DAD1B796}" type="parTrans" cxnId="{9C38F865-5912-4DC7-9B9D-5C6DB117127D}">
      <dgm:prSet/>
      <dgm:spPr/>
      <dgm:t>
        <a:bodyPr/>
        <a:lstStyle/>
        <a:p>
          <a:endParaRPr lang="en-SG"/>
        </a:p>
      </dgm:t>
    </dgm:pt>
    <dgm:pt modelId="{BB01EB21-4284-4323-A076-2E468F0C06BB}" type="sibTrans" cxnId="{9C38F865-5912-4DC7-9B9D-5C6DB117127D}">
      <dgm:prSet/>
      <dgm:spPr/>
      <dgm:t>
        <a:bodyPr/>
        <a:lstStyle/>
        <a:p>
          <a:endParaRPr lang="en-SG"/>
        </a:p>
      </dgm:t>
    </dgm:pt>
    <dgm:pt modelId="{BF3F8632-B8B5-4A8F-B40D-F157E9AB4A21}">
      <dgm:prSet phldrT="[Text]"/>
      <dgm:spPr/>
      <dgm:t>
        <a:bodyPr/>
        <a:lstStyle/>
        <a:p>
          <a:pPr>
            <a:buFont typeface="Arial" panose="020B0604020202020204" pitchFamily="34" charset="0"/>
            <a:buChar char="•"/>
          </a:pPr>
          <a:r>
            <a:rPr lang="en-SG" dirty="0" smtClean="0"/>
            <a:t>After adding the unvisited prospects</a:t>
          </a:r>
          <a:endParaRPr lang="en-SG" dirty="0"/>
        </a:p>
      </dgm:t>
    </dgm:pt>
    <dgm:pt modelId="{9AA3CB9C-76C6-4284-A081-EF43E6AF3443}" type="parTrans" cxnId="{2E9C9326-0706-499B-8966-A4DD6F666AB7}">
      <dgm:prSet/>
      <dgm:spPr/>
      <dgm:t>
        <a:bodyPr/>
        <a:lstStyle/>
        <a:p>
          <a:endParaRPr lang="en-SG"/>
        </a:p>
      </dgm:t>
    </dgm:pt>
    <dgm:pt modelId="{FEC6DD15-152F-49C3-8304-28EE3E2FFB79}" type="sibTrans" cxnId="{2E9C9326-0706-499B-8966-A4DD6F666AB7}">
      <dgm:prSet/>
      <dgm:spPr/>
      <dgm:t>
        <a:bodyPr/>
        <a:lstStyle/>
        <a:p>
          <a:endParaRPr lang="en-SG"/>
        </a:p>
      </dgm:t>
    </dgm:pt>
    <dgm:pt modelId="{4FD4FC2F-2AF0-4FC4-A800-C24D071CE1CC}">
      <dgm:prSet phldrT="[Text]"/>
      <dgm:spPr/>
      <dgm:t>
        <a:bodyPr/>
        <a:lstStyle/>
        <a:p>
          <a:pPr>
            <a:buNone/>
          </a:pPr>
          <a:r>
            <a:rPr lang="en-US" dirty="0"/>
            <a:t>Update Database</a:t>
          </a:r>
          <a:endParaRPr lang="en-SG" dirty="0"/>
        </a:p>
      </dgm:t>
    </dgm:pt>
    <dgm:pt modelId="{C80CBF4F-95C3-4DC5-A0DC-BE295335278C}" type="parTrans" cxnId="{098017AE-A34D-4AD2-A8D7-4DCA49FB7620}">
      <dgm:prSet/>
      <dgm:spPr/>
      <dgm:t>
        <a:bodyPr/>
        <a:lstStyle/>
        <a:p>
          <a:endParaRPr lang="en-SG"/>
        </a:p>
      </dgm:t>
    </dgm:pt>
    <dgm:pt modelId="{6F14B050-34C1-483A-A423-431249B27D84}" type="sibTrans" cxnId="{098017AE-A34D-4AD2-A8D7-4DCA49FB7620}">
      <dgm:prSet/>
      <dgm:spPr/>
      <dgm:t>
        <a:bodyPr/>
        <a:lstStyle/>
        <a:p>
          <a:endParaRPr lang="en-SG"/>
        </a:p>
      </dgm:t>
    </dgm:pt>
    <dgm:pt modelId="{132AA97F-C7C1-48A4-AF75-2BF2BE6716CC}">
      <dgm:prSet phldrT="[Text]" phldr="0" custT="1"/>
      <dgm:spPr/>
      <dgm:t>
        <a:bodyPr/>
        <a:lstStyle/>
        <a:p>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gm:t>
    </dgm:pt>
    <dgm:pt modelId="{329C5D3D-EDD1-439B-B1B8-4880A6A55236}" type="parTrans" cxnId="{31AAE0A0-4009-43EF-ABCD-9C7DBBA2E071}">
      <dgm:prSet/>
      <dgm:spPr/>
      <dgm:t>
        <a:bodyPr/>
        <a:lstStyle/>
        <a:p>
          <a:endParaRPr lang="en-SG"/>
        </a:p>
      </dgm:t>
    </dgm:pt>
    <dgm:pt modelId="{A47A8882-C47A-4F12-8302-EC456F4BDA62}" type="sibTrans" cxnId="{31AAE0A0-4009-43EF-ABCD-9C7DBBA2E071}">
      <dgm:prSet/>
      <dgm:spPr/>
      <dgm:t>
        <a:bodyPr/>
        <a:lstStyle/>
        <a:p>
          <a:endParaRPr lang="en-SG"/>
        </a:p>
      </dgm:t>
    </dgm:pt>
    <dgm:pt modelId="{E82732D3-C300-46DD-A08A-F2EDB4725117}">
      <dgm:prSet phldrT="[Text]"/>
      <dgm:spPr/>
      <dgm:t>
        <a:bodyPr/>
        <a:lstStyle/>
        <a:p>
          <a:pPr>
            <a:buFont typeface="Arial" panose="020B0604020202020204" pitchFamily="34" charset="0"/>
            <a:buChar char="•"/>
          </a:pPr>
          <a:r>
            <a:rPr lang="en-US" dirty="0" smtClean="0"/>
            <a:t>Get </a:t>
          </a:r>
          <a:r>
            <a:rPr lang="en-US" dirty="0" err="1" smtClean="0"/>
            <a:t>Lat</a:t>
          </a:r>
          <a:r>
            <a:rPr lang="en-US" dirty="0" smtClean="0"/>
            <a:t>, Long and barangay code for Customer</a:t>
          </a:r>
          <a:endParaRPr lang="en-SG" dirty="0"/>
        </a:p>
      </dgm:t>
    </dgm:pt>
    <dgm:pt modelId="{BB9B1028-CB6F-435F-951F-0952ABCEC92B}" type="parTrans" cxnId="{5AF408BE-E95C-4E5A-90B6-2F92020494A5}">
      <dgm:prSet/>
      <dgm:spPr/>
      <dgm:t>
        <a:bodyPr/>
        <a:lstStyle/>
        <a:p>
          <a:endParaRPr lang="en-SG"/>
        </a:p>
      </dgm:t>
    </dgm:pt>
    <dgm:pt modelId="{80D8590B-D289-4D77-8820-24B35512C6E7}" type="sibTrans" cxnId="{5AF408BE-E95C-4E5A-90B6-2F92020494A5}">
      <dgm:prSet/>
      <dgm:spPr/>
      <dgm:t>
        <a:bodyPr/>
        <a:lstStyle/>
        <a:p>
          <a:endParaRPr lang="en-SG"/>
        </a:p>
      </dgm:t>
    </dgm:pt>
    <dgm:pt modelId="{E1240CE8-8264-4099-895A-8098DEFE5336}">
      <dgm:prSet phldrT="[Text]"/>
      <dgm:spPr/>
      <dgm:t>
        <a:bodyPr/>
        <a:lstStyle/>
        <a:p>
          <a:pPr>
            <a:buFont typeface="Arial" panose="020B0604020202020204" pitchFamily="34" charset="0"/>
            <a:buChar char="•"/>
          </a:pPr>
          <a:r>
            <a:rPr lang="en-US" dirty="0" smtClean="0"/>
            <a:t>Find the unvisited </a:t>
          </a:r>
          <a:r>
            <a:rPr lang="en-US" dirty="0"/>
            <a:t>prospects in the </a:t>
          </a:r>
          <a:r>
            <a:rPr lang="en-US" dirty="0" smtClean="0"/>
            <a:t>same barangay based on barangay code till total </a:t>
          </a:r>
          <a:r>
            <a:rPr lang="en-US" dirty="0"/>
            <a:t>60 is reached</a:t>
          </a:r>
          <a:endParaRPr lang="en-SG" dirty="0"/>
        </a:p>
      </dgm:t>
    </dgm:pt>
    <dgm:pt modelId="{2326BA8A-40FF-4FD8-ABDB-16EA71D0C8FF}" type="parTrans" cxnId="{F750AFB0-DB6A-4AF1-BB00-44FEA4F106D9}">
      <dgm:prSet/>
      <dgm:spPr/>
      <dgm:t>
        <a:bodyPr/>
        <a:lstStyle/>
        <a:p>
          <a:endParaRPr lang="en-SG"/>
        </a:p>
      </dgm:t>
    </dgm:pt>
    <dgm:pt modelId="{A82F7610-5842-45BA-899F-B5A11E833EFB}" type="sibTrans" cxnId="{F750AFB0-DB6A-4AF1-BB00-44FEA4F106D9}">
      <dgm:prSet/>
      <dgm:spPr/>
      <dgm:t>
        <a:bodyPr/>
        <a:lstStyle/>
        <a:p>
          <a:endParaRPr lang="en-SG"/>
        </a:p>
      </dgm:t>
    </dgm:pt>
    <dgm:pt modelId="{E6D01CF8-CD55-4968-9C3D-B5BB654747BC}">
      <dgm:prSet phldrT="[Text]"/>
      <dgm:spPr/>
      <dgm:t>
        <a:bodyPr/>
        <a:lstStyle/>
        <a:p>
          <a:pPr>
            <a:buFont typeface="Arial" panose="020B0604020202020204" pitchFamily="34" charset="0"/>
            <a:buChar char="•"/>
          </a:pPr>
          <a:r>
            <a:rPr lang="en-US" dirty="0"/>
            <a:t>Always go to the nearest unvisited </a:t>
          </a:r>
          <a:r>
            <a:rPr lang="en-US" dirty="0" smtClean="0"/>
            <a:t>customer/prospect </a:t>
          </a:r>
          <a:r>
            <a:rPr lang="en-US" dirty="0"/>
            <a:t>next</a:t>
          </a:r>
          <a:endParaRPr lang="en-SG" dirty="0"/>
        </a:p>
      </dgm:t>
    </dgm:pt>
    <dgm:pt modelId="{12593451-B702-4C40-A7EF-082E469AFB80}" type="parTrans" cxnId="{AF4A1DDF-18AD-4AAB-A6E4-0695347B603C}">
      <dgm:prSet/>
      <dgm:spPr/>
      <dgm:t>
        <a:bodyPr/>
        <a:lstStyle/>
        <a:p>
          <a:endParaRPr lang="en-SG"/>
        </a:p>
      </dgm:t>
    </dgm:pt>
    <dgm:pt modelId="{B55C94D8-3F23-45B4-9D68-33EDAC7A1B11}" type="sibTrans" cxnId="{AF4A1DDF-18AD-4AAB-A6E4-0695347B603C}">
      <dgm:prSet/>
      <dgm:spPr/>
      <dgm:t>
        <a:bodyPr/>
        <a:lstStyle/>
        <a:p>
          <a:endParaRPr lang="en-SG"/>
        </a:p>
      </dgm:t>
    </dgm:pt>
    <dgm:pt modelId="{7CC1327E-B183-4059-852D-4B9BA1948884}">
      <dgm:prSet phldrT="[Text]"/>
      <dgm:spPr/>
      <dgm:t>
        <a:bodyPr/>
        <a:lstStyle/>
        <a:p>
          <a:pPr>
            <a:buFont typeface="Arial" panose="020B0604020202020204" pitchFamily="34" charset="0"/>
            <a:buChar char="•"/>
          </a:pPr>
          <a:r>
            <a:rPr lang="en-US" dirty="0"/>
            <a:t>Assign Stop Nos: 1,2,… </a:t>
          </a:r>
          <a:r>
            <a:rPr lang="en-US" dirty="0" smtClean="0"/>
            <a:t>N for both prospects and customers </a:t>
          </a:r>
          <a:endParaRPr lang="en-SG" dirty="0"/>
        </a:p>
      </dgm:t>
    </dgm:pt>
    <dgm:pt modelId="{5B0390E4-CB0B-4BCC-81BF-B82A902EF618}" type="parTrans" cxnId="{974C48FF-4640-4D11-94E2-15678E99B3F3}">
      <dgm:prSet/>
      <dgm:spPr/>
      <dgm:t>
        <a:bodyPr/>
        <a:lstStyle/>
        <a:p>
          <a:endParaRPr lang="en-SG"/>
        </a:p>
      </dgm:t>
    </dgm:pt>
    <dgm:pt modelId="{5513119E-F255-478C-AE5C-0FF440A8C2B2}" type="sibTrans" cxnId="{974C48FF-4640-4D11-94E2-15678E99B3F3}">
      <dgm:prSet/>
      <dgm:spPr/>
      <dgm:t>
        <a:bodyPr/>
        <a:lstStyle/>
        <a:p>
          <a:endParaRPr lang="en-SG"/>
        </a:p>
      </dgm:t>
    </dgm:pt>
    <dgm:pt modelId="{688A1CB3-E455-4522-898F-C9A32963180F}">
      <dgm:prSet phldrT="[Text]"/>
      <dgm:spPr/>
      <dgm:t>
        <a:bodyPr/>
        <a:lstStyle/>
        <a:p>
          <a:pPr>
            <a:buFont typeface="Arial" panose="020B0604020202020204" pitchFamily="34" charset="0"/>
            <a:buChar char="•"/>
          </a:pPr>
          <a:r>
            <a:rPr lang="en-US" dirty="0" smtClean="0"/>
            <a:t>Uses "Nearest Neighbor" algorithm starting from Distribution Center</a:t>
          </a:r>
          <a:r>
            <a:rPr lang="en-SG" dirty="0" smtClean="0"/>
            <a:t> </a:t>
          </a:r>
          <a:endParaRPr lang="en-SG" dirty="0"/>
        </a:p>
      </dgm:t>
    </dgm:pt>
    <dgm:pt modelId="{4F9A5C68-9854-41B3-8C12-8672CFB83915}" type="sibTrans" cxnId="{30D2A698-31B6-4B82-B7D9-990A2C46503F}">
      <dgm:prSet/>
      <dgm:spPr/>
      <dgm:t>
        <a:bodyPr/>
        <a:lstStyle/>
        <a:p>
          <a:endParaRPr lang="en-US"/>
        </a:p>
      </dgm:t>
    </dgm:pt>
    <dgm:pt modelId="{554E605E-EAB3-44E2-9C96-145CA19566EA}" type="parTrans" cxnId="{30D2A698-31B6-4B82-B7D9-990A2C46503F}">
      <dgm:prSet/>
      <dgm:spPr/>
      <dgm:t>
        <a:bodyPr/>
        <a:lstStyle/>
        <a:p>
          <a:endParaRPr lang="en-US"/>
        </a:p>
      </dgm:t>
    </dgm:pt>
    <dgm:pt modelId="{4881D8C2-0396-4962-897B-47A4BA381CA8}" type="pres">
      <dgm:prSet presAssocID="{9C2A2F4F-8926-4D14-A65E-DBBF08BCA4B3}" presName="rootnode" presStyleCnt="0">
        <dgm:presLayoutVars>
          <dgm:chMax/>
          <dgm:chPref/>
          <dgm:dir/>
          <dgm:animLvl val="lvl"/>
        </dgm:presLayoutVars>
      </dgm:prSet>
      <dgm:spPr/>
      <dgm:t>
        <a:bodyPr/>
        <a:lstStyle/>
        <a:p>
          <a:endParaRPr lang="en-US"/>
        </a:p>
      </dgm:t>
    </dgm:pt>
    <dgm:pt modelId="{41B249DC-DB7B-4F0B-9C74-1733F006B8FD}" type="pres">
      <dgm:prSet presAssocID="{4626DF9A-3057-439C-AE57-ADA69AC23F61}" presName="composite" presStyleCnt="0"/>
      <dgm:spPr/>
    </dgm:pt>
    <dgm:pt modelId="{2ABFD0E2-8ED2-4F64-802E-8E6E49DE4DC2}" type="pres">
      <dgm:prSet presAssocID="{4626DF9A-3057-439C-AE57-ADA69AC23F61}" presName="bentUpArrow1" presStyleLbl="alignImgPlace1" presStyleIdx="0" presStyleCnt="2"/>
      <dgm:spPr/>
    </dgm:pt>
    <dgm:pt modelId="{09E83E92-409A-41D5-8E4F-A2B065EC01DC}" type="pres">
      <dgm:prSet presAssocID="{4626DF9A-3057-439C-AE57-ADA69AC23F61}" presName="ParentText" presStyleLbl="node1" presStyleIdx="0" presStyleCnt="3">
        <dgm:presLayoutVars>
          <dgm:chMax val="1"/>
          <dgm:chPref val="1"/>
          <dgm:bulletEnabled val="1"/>
        </dgm:presLayoutVars>
      </dgm:prSet>
      <dgm:spPr/>
      <dgm:t>
        <a:bodyPr/>
        <a:lstStyle/>
        <a:p>
          <a:endParaRPr lang="en-US"/>
        </a:p>
      </dgm:t>
    </dgm:pt>
    <dgm:pt modelId="{727D5187-AE0A-41DC-87B3-274D937D0146}" type="pres">
      <dgm:prSet presAssocID="{4626DF9A-3057-439C-AE57-ADA69AC23F61}" presName="ChildText" presStyleLbl="revTx" presStyleIdx="0" presStyleCnt="3" custScaleX="225121" custScaleY="127146" custLinFactNeighborX="69272" custLinFactNeighborY="-890">
        <dgm:presLayoutVars>
          <dgm:chMax val="0"/>
          <dgm:chPref val="0"/>
          <dgm:bulletEnabled val="1"/>
        </dgm:presLayoutVars>
      </dgm:prSet>
      <dgm:spPr/>
      <dgm:t>
        <a:bodyPr/>
        <a:lstStyle/>
        <a:p>
          <a:endParaRPr lang="en-US"/>
        </a:p>
      </dgm:t>
    </dgm:pt>
    <dgm:pt modelId="{C98982CC-1F03-40EB-8BC7-E76E742499C0}" type="pres">
      <dgm:prSet presAssocID="{CF886A9B-D7F3-4455-B6AE-78403D1240EE}" presName="sibTrans" presStyleCnt="0"/>
      <dgm:spPr/>
    </dgm:pt>
    <dgm:pt modelId="{16978878-DB6B-4149-8838-AFB480EA643F}" type="pres">
      <dgm:prSet presAssocID="{D99DD72E-A416-4BDA-99F0-A253EB9582AD}" presName="composite" presStyleCnt="0"/>
      <dgm:spPr/>
    </dgm:pt>
    <dgm:pt modelId="{C1204A90-566D-407C-930F-B4AE273653A3}" type="pres">
      <dgm:prSet presAssocID="{D99DD72E-A416-4BDA-99F0-A253EB9582AD}" presName="bentUpArrow1" presStyleLbl="alignImgPlace1" presStyleIdx="1" presStyleCnt="2"/>
      <dgm:spPr/>
    </dgm:pt>
    <dgm:pt modelId="{026D5470-5825-4420-ABC1-7D9420F8D847}" type="pres">
      <dgm:prSet presAssocID="{D99DD72E-A416-4BDA-99F0-A253EB9582AD}" presName="ParentText" presStyleLbl="node1" presStyleIdx="1" presStyleCnt="3">
        <dgm:presLayoutVars>
          <dgm:chMax val="1"/>
          <dgm:chPref val="1"/>
          <dgm:bulletEnabled val="1"/>
        </dgm:presLayoutVars>
      </dgm:prSet>
      <dgm:spPr/>
      <dgm:t>
        <a:bodyPr/>
        <a:lstStyle/>
        <a:p>
          <a:endParaRPr lang="en-US"/>
        </a:p>
      </dgm:t>
    </dgm:pt>
    <dgm:pt modelId="{002037F3-D24B-4A62-8F4D-F62D7F3F24BC}" type="pres">
      <dgm:prSet presAssocID="{D99DD72E-A416-4BDA-99F0-A253EB9582AD}" presName="ChildText" presStyleLbl="revTx" presStyleIdx="1" presStyleCnt="3" custScaleX="273288" custLinFactNeighborX="90053" custLinFactNeighborY="63">
        <dgm:presLayoutVars>
          <dgm:chMax val="0"/>
          <dgm:chPref val="0"/>
          <dgm:bulletEnabled val="1"/>
        </dgm:presLayoutVars>
      </dgm:prSet>
      <dgm:spPr/>
      <dgm:t>
        <a:bodyPr/>
        <a:lstStyle/>
        <a:p>
          <a:endParaRPr lang="en-US"/>
        </a:p>
      </dgm:t>
    </dgm:pt>
    <dgm:pt modelId="{9580E54B-3E07-4C59-A7C1-FBC8DB5CA4AC}" type="pres">
      <dgm:prSet presAssocID="{BB01EB21-4284-4323-A076-2E468F0C06BB}" presName="sibTrans" presStyleCnt="0"/>
      <dgm:spPr/>
    </dgm:pt>
    <dgm:pt modelId="{65829B95-2EFF-449E-808C-08C520AF6EA2}" type="pres">
      <dgm:prSet presAssocID="{4FD4FC2F-2AF0-4FC4-A800-C24D071CE1CC}" presName="composite" presStyleCnt="0"/>
      <dgm:spPr/>
    </dgm:pt>
    <dgm:pt modelId="{07BA3686-6C5F-4752-925D-42AB86237B0D}" type="pres">
      <dgm:prSet presAssocID="{4FD4FC2F-2AF0-4FC4-A800-C24D071CE1CC}" presName="ParentText" presStyleLbl="node1" presStyleIdx="2" presStyleCnt="3">
        <dgm:presLayoutVars>
          <dgm:chMax val="1"/>
          <dgm:chPref val="1"/>
          <dgm:bulletEnabled val="1"/>
        </dgm:presLayoutVars>
      </dgm:prSet>
      <dgm:spPr/>
      <dgm:t>
        <a:bodyPr/>
        <a:lstStyle/>
        <a:p>
          <a:endParaRPr lang="en-US"/>
        </a:p>
      </dgm:t>
    </dgm:pt>
    <dgm:pt modelId="{81A51BBB-E42F-4858-BCE8-7D030242B87A}" type="pres">
      <dgm:prSet presAssocID="{4FD4FC2F-2AF0-4FC4-A800-C24D071CE1CC}" presName="FinalChildText" presStyleLbl="revTx" presStyleIdx="2" presStyleCnt="3" custScaleX="112605" custScaleY="78526" custLinFactNeighborX="12746">
        <dgm:presLayoutVars>
          <dgm:chMax val="0"/>
          <dgm:chPref val="0"/>
          <dgm:bulletEnabled val="1"/>
        </dgm:presLayoutVars>
      </dgm:prSet>
      <dgm:spPr/>
      <dgm:t>
        <a:bodyPr/>
        <a:lstStyle/>
        <a:p>
          <a:endParaRPr lang="en-US"/>
        </a:p>
      </dgm:t>
    </dgm:pt>
  </dgm:ptLst>
  <dgm:cxnLst>
    <dgm:cxn modelId="{AB065511-F6F3-476D-81CF-B29AE4E8B456}" type="presOf" srcId="{E6D01CF8-CD55-4968-9C3D-B5BB654747BC}" destId="{002037F3-D24B-4A62-8F4D-F62D7F3F24BC}" srcOrd="0" destOrd="2" presId="urn:microsoft.com/office/officeart/2005/8/layout/StepDownProcess"/>
    <dgm:cxn modelId="{6B062355-60B9-45F6-9B06-B902EE9ED660}" type="presOf" srcId="{688A1CB3-E455-4522-898F-C9A32963180F}" destId="{002037F3-D24B-4A62-8F4D-F62D7F3F24BC}" srcOrd="0" destOrd="1" presId="urn:microsoft.com/office/officeart/2005/8/layout/StepDownProcess"/>
    <dgm:cxn modelId="{5D722E2F-9ACF-4D0C-8C7C-5BFA27A56A50}" type="presOf" srcId="{3E7B7D2B-E97E-4F36-B869-CD6E074E0C14}" destId="{727D5187-AE0A-41DC-87B3-274D937D0146}" srcOrd="0" destOrd="0" presId="urn:microsoft.com/office/officeart/2005/8/layout/StepDownProcess"/>
    <dgm:cxn modelId="{CB3D64A5-2E71-433F-A0AE-1B3C8E50804C}" type="presOf" srcId="{E82732D3-C300-46DD-A08A-F2EDB4725117}" destId="{727D5187-AE0A-41DC-87B3-274D937D0146}" srcOrd="0" destOrd="1" presId="urn:microsoft.com/office/officeart/2005/8/layout/StepDownProcess"/>
    <dgm:cxn modelId="{0E95BFEC-3ECD-434D-9C5D-181D5B78BE92}" type="presOf" srcId="{D99DD72E-A416-4BDA-99F0-A253EB9582AD}" destId="{026D5470-5825-4420-ABC1-7D9420F8D847}" srcOrd="0" destOrd="0" presId="urn:microsoft.com/office/officeart/2005/8/layout/StepDownProcess"/>
    <dgm:cxn modelId="{CA0A51A4-23C9-453B-98C0-6A4CA6AFC285}" type="presOf" srcId="{BF3F8632-B8B5-4A8F-B40D-F157E9AB4A21}" destId="{002037F3-D24B-4A62-8F4D-F62D7F3F24BC}" srcOrd="0" destOrd="0" presId="urn:microsoft.com/office/officeart/2005/8/layout/StepDownProcess"/>
    <dgm:cxn modelId="{5AF408BE-E95C-4E5A-90B6-2F92020494A5}" srcId="{4626DF9A-3057-439C-AE57-ADA69AC23F61}" destId="{E82732D3-C300-46DD-A08A-F2EDB4725117}" srcOrd="1" destOrd="0" parTransId="{BB9B1028-CB6F-435F-951F-0952ABCEC92B}" sibTransId="{80D8590B-D289-4D77-8820-24B35512C6E7}"/>
    <dgm:cxn modelId="{098017AE-A34D-4AD2-A8D7-4DCA49FB7620}" srcId="{9C2A2F4F-8926-4D14-A65E-DBBF08BCA4B3}" destId="{4FD4FC2F-2AF0-4FC4-A800-C24D071CE1CC}" srcOrd="2" destOrd="0" parTransId="{C80CBF4F-95C3-4DC5-A0DC-BE295335278C}" sibTransId="{6F14B050-34C1-483A-A423-431249B27D84}"/>
    <dgm:cxn modelId="{AF4A1DDF-18AD-4AAB-A6E4-0695347B603C}" srcId="{D99DD72E-A416-4BDA-99F0-A253EB9582AD}" destId="{E6D01CF8-CD55-4968-9C3D-B5BB654747BC}" srcOrd="2" destOrd="0" parTransId="{12593451-B702-4C40-A7EF-082E469AFB80}" sibTransId="{B55C94D8-3F23-45B4-9D68-33EDAC7A1B11}"/>
    <dgm:cxn modelId="{95070178-B9A8-4B69-AD05-94C353BFEB09}" type="presOf" srcId="{E1240CE8-8264-4099-895A-8098DEFE5336}" destId="{727D5187-AE0A-41DC-87B3-274D937D0146}" srcOrd="0" destOrd="2" presId="urn:microsoft.com/office/officeart/2005/8/layout/StepDownProcess"/>
    <dgm:cxn modelId="{54256D26-9330-4E6C-9BC7-42185BCCD950}" type="presOf" srcId="{132AA97F-C7C1-48A4-AF75-2BF2BE6716CC}" destId="{81A51BBB-E42F-4858-BCE8-7D030242B87A}" srcOrd="0" destOrd="0" presId="urn:microsoft.com/office/officeart/2005/8/layout/StepDownProcess"/>
    <dgm:cxn modelId="{30D2A698-31B6-4B82-B7D9-990A2C46503F}" srcId="{D99DD72E-A416-4BDA-99F0-A253EB9582AD}" destId="{688A1CB3-E455-4522-898F-C9A32963180F}" srcOrd="1" destOrd="0" parTransId="{554E605E-EAB3-44E2-9C96-145CA19566EA}" sibTransId="{4F9A5C68-9854-41B3-8C12-8672CFB83915}"/>
    <dgm:cxn modelId="{2E9C9326-0706-499B-8966-A4DD6F666AB7}" srcId="{D99DD72E-A416-4BDA-99F0-A253EB9582AD}" destId="{BF3F8632-B8B5-4A8F-B40D-F157E9AB4A21}" srcOrd="0" destOrd="0" parTransId="{9AA3CB9C-76C6-4284-A081-EF43E6AF3443}" sibTransId="{FEC6DD15-152F-49C3-8304-28EE3E2FFB79}"/>
    <dgm:cxn modelId="{F750AFB0-DB6A-4AF1-BB00-44FEA4F106D9}" srcId="{4626DF9A-3057-439C-AE57-ADA69AC23F61}" destId="{E1240CE8-8264-4099-895A-8098DEFE5336}" srcOrd="2" destOrd="0" parTransId="{2326BA8A-40FF-4FD8-ABDB-16EA71D0C8FF}" sibTransId="{A82F7610-5842-45BA-899F-B5A11E833EFB}"/>
    <dgm:cxn modelId="{60615F95-8929-484F-A6B2-D2DAD10C5BFB}" type="presOf" srcId="{4FD4FC2F-2AF0-4FC4-A800-C24D071CE1CC}" destId="{07BA3686-6C5F-4752-925D-42AB86237B0D}" srcOrd="0" destOrd="0" presId="urn:microsoft.com/office/officeart/2005/8/layout/StepDownProcess"/>
    <dgm:cxn modelId="{08236151-C95D-42BF-8974-6996916860D4}" type="presOf" srcId="{4626DF9A-3057-439C-AE57-ADA69AC23F61}" destId="{09E83E92-409A-41D5-8E4F-A2B065EC01DC}" srcOrd="0" destOrd="0" presId="urn:microsoft.com/office/officeart/2005/8/layout/StepDownProcess"/>
    <dgm:cxn modelId="{FB2A6D49-88C8-4355-9374-561CF2534E22}" srcId="{4626DF9A-3057-439C-AE57-ADA69AC23F61}" destId="{3E7B7D2B-E97E-4F36-B869-CD6E074E0C14}" srcOrd="0" destOrd="0" parTransId="{18F216F2-4888-4721-9F4F-CB7FCB8C5357}" sibTransId="{CA85BC34-0709-4252-84D5-612CE6545EA2}"/>
    <dgm:cxn modelId="{9C38F865-5912-4DC7-9B9D-5C6DB117127D}" srcId="{9C2A2F4F-8926-4D14-A65E-DBBF08BCA4B3}" destId="{D99DD72E-A416-4BDA-99F0-A253EB9582AD}" srcOrd="1" destOrd="0" parTransId="{5B826D20-D29A-4917-9CCB-37D6DAD1B796}" sibTransId="{BB01EB21-4284-4323-A076-2E468F0C06BB}"/>
    <dgm:cxn modelId="{3CB580D7-8185-46B5-9457-C3DF59A4AB63}" srcId="{9C2A2F4F-8926-4D14-A65E-DBBF08BCA4B3}" destId="{4626DF9A-3057-439C-AE57-ADA69AC23F61}" srcOrd="0" destOrd="0" parTransId="{5B57E493-B55D-4C52-8081-B5EC2A2B54F9}" sibTransId="{CF886A9B-D7F3-4455-B6AE-78403D1240EE}"/>
    <dgm:cxn modelId="{C58B80F8-CCE4-4F1C-9E91-A08D5F2A6F31}" type="presOf" srcId="{7CC1327E-B183-4059-852D-4B9BA1948884}" destId="{002037F3-D24B-4A62-8F4D-F62D7F3F24BC}" srcOrd="0" destOrd="3" presId="urn:microsoft.com/office/officeart/2005/8/layout/StepDownProcess"/>
    <dgm:cxn modelId="{974C48FF-4640-4D11-94E2-15678E99B3F3}" srcId="{D99DD72E-A416-4BDA-99F0-A253EB9582AD}" destId="{7CC1327E-B183-4059-852D-4B9BA1948884}" srcOrd="3" destOrd="0" parTransId="{5B0390E4-CB0B-4BCC-81BF-B82A902EF618}" sibTransId="{5513119E-F255-478C-AE5C-0FF440A8C2B2}"/>
    <dgm:cxn modelId="{31AAE0A0-4009-43EF-ABCD-9C7DBBA2E071}" srcId="{4FD4FC2F-2AF0-4FC4-A800-C24D071CE1CC}" destId="{132AA97F-C7C1-48A4-AF75-2BF2BE6716CC}" srcOrd="0" destOrd="0" parTransId="{329C5D3D-EDD1-439B-B1B8-4880A6A55236}" sibTransId="{A47A8882-C47A-4F12-8302-EC456F4BDA62}"/>
    <dgm:cxn modelId="{E6EABBF1-B393-4159-BBF3-EE3DC1965BDA}" type="presOf" srcId="{9C2A2F4F-8926-4D14-A65E-DBBF08BCA4B3}" destId="{4881D8C2-0396-4962-897B-47A4BA381CA8}" srcOrd="0" destOrd="0" presId="urn:microsoft.com/office/officeart/2005/8/layout/StepDownProcess"/>
    <dgm:cxn modelId="{47645DAC-5F78-4DB8-AD6B-4985D6375B11}" type="presParOf" srcId="{4881D8C2-0396-4962-897B-47A4BA381CA8}" destId="{41B249DC-DB7B-4F0B-9C74-1733F006B8FD}" srcOrd="0" destOrd="0" presId="urn:microsoft.com/office/officeart/2005/8/layout/StepDownProcess"/>
    <dgm:cxn modelId="{D60C6A20-D848-4B34-A5F9-C1D63C62D09B}" type="presParOf" srcId="{41B249DC-DB7B-4F0B-9C74-1733F006B8FD}" destId="{2ABFD0E2-8ED2-4F64-802E-8E6E49DE4DC2}" srcOrd="0" destOrd="0" presId="urn:microsoft.com/office/officeart/2005/8/layout/StepDownProcess"/>
    <dgm:cxn modelId="{71D7957F-C6B3-4F33-9033-F458F1EFA96F}" type="presParOf" srcId="{41B249DC-DB7B-4F0B-9C74-1733F006B8FD}" destId="{09E83E92-409A-41D5-8E4F-A2B065EC01DC}" srcOrd="1" destOrd="0" presId="urn:microsoft.com/office/officeart/2005/8/layout/StepDownProcess"/>
    <dgm:cxn modelId="{8BD0D7CB-8E16-446A-BAA2-9AC3638C2B39}" type="presParOf" srcId="{41B249DC-DB7B-4F0B-9C74-1733F006B8FD}" destId="{727D5187-AE0A-41DC-87B3-274D937D0146}" srcOrd="2" destOrd="0" presId="urn:microsoft.com/office/officeart/2005/8/layout/StepDownProcess"/>
    <dgm:cxn modelId="{B381ACD7-32F6-41D6-87E4-89F7B388CD1B}" type="presParOf" srcId="{4881D8C2-0396-4962-897B-47A4BA381CA8}" destId="{C98982CC-1F03-40EB-8BC7-E76E742499C0}" srcOrd="1" destOrd="0" presId="urn:microsoft.com/office/officeart/2005/8/layout/StepDownProcess"/>
    <dgm:cxn modelId="{E36F968D-8D36-40AA-81C5-ED547FCB850B}" type="presParOf" srcId="{4881D8C2-0396-4962-897B-47A4BA381CA8}" destId="{16978878-DB6B-4149-8838-AFB480EA643F}" srcOrd="2" destOrd="0" presId="urn:microsoft.com/office/officeart/2005/8/layout/StepDownProcess"/>
    <dgm:cxn modelId="{C3239897-9D56-4475-8579-FE0F3C064EDD}" type="presParOf" srcId="{16978878-DB6B-4149-8838-AFB480EA643F}" destId="{C1204A90-566D-407C-930F-B4AE273653A3}" srcOrd="0" destOrd="0" presId="urn:microsoft.com/office/officeart/2005/8/layout/StepDownProcess"/>
    <dgm:cxn modelId="{AF463A9E-FC5B-4043-B61E-EA9BB2B3A676}" type="presParOf" srcId="{16978878-DB6B-4149-8838-AFB480EA643F}" destId="{026D5470-5825-4420-ABC1-7D9420F8D847}" srcOrd="1" destOrd="0" presId="urn:microsoft.com/office/officeart/2005/8/layout/StepDownProcess"/>
    <dgm:cxn modelId="{974C8CB5-2DA3-4219-80F7-9D94701B31EC}" type="presParOf" srcId="{16978878-DB6B-4149-8838-AFB480EA643F}" destId="{002037F3-D24B-4A62-8F4D-F62D7F3F24BC}" srcOrd="2" destOrd="0" presId="urn:microsoft.com/office/officeart/2005/8/layout/StepDownProcess"/>
    <dgm:cxn modelId="{D2E9ED39-7180-46A0-9C0F-0C0B875F2E0D}" type="presParOf" srcId="{4881D8C2-0396-4962-897B-47A4BA381CA8}" destId="{9580E54B-3E07-4C59-A7C1-FBC8DB5CA4AC}" srcOrd="3" destOrd="0" presId="urn:microsoft.com/office/officeart/2005/8/layout/StepDownProcess"/>
    <dgm:cxn modelId="{7454DCD8-34DD-4214-865A-E1091AAF7B1F}" type="presParOf" srcId="{4881D8C2-0396-4962-897B-47A4BA381CA8}" destId="{65829B95-2EFF-449E-808C-08C520AF6EA2}" srcOrd="4" destOrd="0" presId="urn:microsoft.com/office/officeart/2005/8/layout/StepDownProcess"/>
    <dgm:cxn modelId="{8C73CFFB-9A03-4529-ABB6-33C78CE59009}" type="presParOf" srcId="{65829B95-2EFF-449E-808C-08C520AF6EA2}" destId="{07BA3686-6C5F-4752-925D-42AB86237B0D}" srcOrd="0" destOrd="0" presId="urn:microsoft.com/office/officeart/2005/8/layout/StepDownProcess"/>
    <dgm:cxn modelId="{98C5F0C8-36C0-4DA6-A6AE-A8347F18877F}" type="presParOf" srcId="{65829B95-2EFF-449E-808C-08C520AF6EA2}" destId="{81A51BBB-E42F-4858-BCE8-7D030242B87A}"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2090114" y="1793917"/>
          <a:ext cx="1316847" cy="149918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596317" y="374410"/>
          <a:ext cx="2216796" cy="155168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buNone/>
          </a:pPr>
          <a:r>
            <a:rPr lang="en-US" sz="2800" b="1" i="1" kern="1200" dirty="0" smtClean="0"/>
            <a:t>Distributor id</a:t>
          </a:r>
        </a:p>
      </dsp:txBody>
      <dsp:txXfrm>
        <a:off x="1672078" y="450171"/>
        <a:ext cx="2065274" cy="1400163"/>
      </dsp:txXfrm>
    </dsp:sp>
    <dsp:sp modelId="{727D5187-AE0A-41DC-87B3-274D937D0146}">
      <dsp:nvSpPr>
        <dsp:cNvPr id="0" name=""/>
        <dsp:cNvSpPr/>
      </dsp:nvSpPr>
      <dsp:spPr>
        <a:xfrm>
          <a:off x="3607379" y="10968"/>
          <a:ext cx="3629594" cy="1594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endParaRPr lang="en-SG" sz="2200" kern="1200" dirty="0"/>
        </a:p>
      </dsp:txBody>
      <dsp:txXfrm>
        <a:off x="3607379" y="10968"/>
        <a:ext cx="3629594" cy="1594589"/>
      </dsp:txXfrm>
    </dsp:sp>
    <dsp:sp modelId="{C1204A90-566D-407C-930F-B4AE273653A3}">
      <dsp:nvSpPr>
        <dsp:cNvPr id="0" name=""/>
        <dsp:cNvSpPr/>
      </dsp:nvSpPr>
      <dsp:spPr>
        <a:xfrm rot="5400000">
          <a:off x="3953372" y="3247173"/>
          <a:ext cx="1316847" cy="149918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604488" y="1787421"/>
          <a:ext cx="2216796" cy="155168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buNone/>
          </a:pPr>
          <a:r>
            <a:rPr lang="en-US" sz="2800" kern="1200" dirty="0" smtClean="0"/>
            <a:t>agent</a:t>
          </a:r>
          <a:endParaRPr lang="en-SG" sz="2800" kern="1200" dirty="0"/>
        </a:p>
      </dsp:txBody>
      <dsp:txXfrm>
        <a:off x="3680249" y="1863182"/>
        <a:ext cx="2065274" cy="1400163"/>
      </dsp:txXfrm>
    </dsp:sp>
    <dsp:sp modelId="{002037F3-D24B-4A62-8F4D-F62D7F3F24BC}">
      <dsp:nvSpPr>
        <dsp:cNvPr id="0" name=""/>
        <dsp:cNvSpPr/>
      </dsp:nvSpPr>
      <dsp:spPr>
        <a:xfrm>
          <a:off x="5876247" y="1936199"/>
          <a:ext cx="4406184" cy="125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endParaRPr lang="en-SG" sz="2200" kern="1200" dirty="0"/>
        </a:p>
      </dsp:txBody>
      <dsp:txXfrm>
        <a:off x="5876247" y="1936199"/>
        <a:ext cx="4406184" cy="1254140"/>
      </dsp:txXfrm>
    </dsp:sp>
    <dsp:sp modelId="{07BA3686-6C5F-4752-925D-42AB86237B0D}">
      <dsp:nvSpPr>
        <dsp:cNvPr id="0" name=""/>
        <dsp:cNvSpPr/>
      </dsp:nvSpPr>
      <dsp:spPr>
        <a:xfrm>
          <a:off x="5387233" y="3480154"/>
          <a:ext cx="2216796" cy="1551685"/>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buNone/>
          </a:pPr>
          <a:r>
            <a:rPr lang="en-US" sz="2800" kern="1200" dirty="0" smtClean="0"/>
            <a:t>date</a:t>
          </a:r>
          <a:endParaRPr lang="en-SG" sz="2800" kern="1200" dirty="0"/>
        </a:p>
      </dsp:txBody>
      <dsp:txXfrm>
        <a:off x="5462994" y="3555915"/>
        <a:ext cx="2065274" cy="1400163"/>
      </dsp:txXfrm>
    </dsp:sp>
    <dsp:sp modelId="{81A51BBB-E42F-4858-BCE8-7D030242B87A}">
      <dsp:nvSpPr>
        <dsp:cNvPr id="0" name=""/>
        <dsp:cNvSpPr/>
      </dsp:nvSpPr>
      <dsp:spPr>
        <a:xfrm>
          <a:off x="8143397" y="3678464"/>
          <a:ext cx="1612286" cy="1254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endParaRPr lang="en-SG" sz="1500" kern="1200" dirty="0">
            <a:solidFill>
              <a:prstClr val="black">
                <a:hueOff val="0"/>
                <a:satOff val="0"/>
                <a:lumOff val="0"/>
                <a:alphaOff val="0"/>
              </a:prstClr>
            </a:solidFill>
            <a:latin typeface="Aptos" panose="02110004020202020204"/>
            <a:ea typeface="+mn-ea"/>
            <a:cs typeface="+mn-cs"/>
          </a:endParaRPr>
        </a:p>
      </dsp:txBody>
      <dsp:txXfrm>
        <a:off x="8143397" y="3678464"/>
        <a:ext cx="1612286" cy="12541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460246" y="1358060"/>
          <a:ext cx="1188974" cy="135360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145241" y="40058"/>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b="1" i="1" kern="1200" dirty="0"/>
            <a:t>Perform optimization</a:t>
          </a:r>
          <a:endParaRPr lang="en-SG" sz="2200" kern="1200" dirty="0"/>
        </a:p>
      </dsp:txBody>
      <dsp:txXfrm>
        <a:off x="1213645" y="108462"/>
        <a:ext cx="1864724" cy="1264199"/>
      </dsp:txXfrm>
    </dsp:sp>
    <dsp:sp modelId="{727D5187-AE0A-41DC-87B3-274D937D0146}">
      <dsp:nvSpPr>
        <dsp:cNvPr id="0" name=""/>
        <dsp:cNvSpPr/>
      </dsp:nvSpPr>
      <dsp:spPr>
        <a:xfrm>
          <a:off x="3244474" y="9903"/>
          <a:ext cx="3277140" cy="143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Get customers for agent on this date</a:t>
          </a:r>
          <a:endParaRPr lang="en-SG"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Get </a:t>
          </a:r>
          <a:r>
            <a:rPr lang="en-US" sz="1400" kern="1200" dirty="0" err="1" smtClean="0"/>
            <a:t>Lat</a:t>
          </a:r>
          <a:r>
            <a:rPr lang="en-US" sz="1400" kern="1200" dirty="0" smtClean="0"/>
            <a:t>, Long and barangay code </a:t>
          </a:r>
          <a:r>
            <a:rPr lang="en-US" sz="1400" kern="1200" dirty="0"/>
            <a:t>for </a:t>
          </a:r>
          <a:r>
            <a:rPr lang="en-US" sz="1400" kern="1200" dirty="0" smtClean="0"/>
            <a:t>Customer</a:t>
          </a:r>
          <a:endParaRPr lang="en-SG" sz="1400" kern="1200" dirty="0"/>
        </a:p>
      </dsp:txBody>
      <dsp:txXfrm>
        <a:off x="3244474" y="9903"/>
        <a:ext cx="3277140" cy="1439745"/>
      </dsp:txXfrm>
    </dsp:sp>
    <dsp:sp modelId="{C1204A90-566D-407C-930F-B4AE273653A3}">
      <dsp:nvSpPr>
        <dsp:cNvPr id="0" name=""/>
        <dsp:cNvSpPr/>
      </dsp:nvSpPr>
      <dsp:spPr>
        <a:xfrm rot="5400000">
          <a:off x="3556869" y="2931854"/>
          <a:ext cx="1188974" cy="135360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241864" y="1613852"/>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kern="1200" dirty="0"/>
            <a:t>Shortest route optimization</a:t>
          </a:r>
          <a:endParaRPr lang="en-SG" sz="2200" kern="1200" dirty="0"/>
        </a:p>
      </dsp:txBody>
      <dsp:txXfrm>
        <a:off x="3310268" y="1682256"/>
        <a:ext cx="1864724" cy="1264199"/>
      </dsp:txXfrm>
    </dsp:sp>
    <dsp:sp modelId="{002037F3-D24B-4A62-8F4D-F62D7F3F24BC}">
      <dsp:nvSpPr>
        <dsp:cNvPr id="0" name=""/>
        <dsp:cNvSpPr/>
      </dsp:nvSpPr>
      <dsp:spPr>
        <a:xfrm>
          <a:off x="5293022" y="1748183"/>
          <a:ext cx="3978318" cy="1132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Uses "Nearest Neighbor" algorithm starting from Distribution Center</a:t>
          </a:r>
          <a:endParaRPr lang="en-SG"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Always go to the nearest unvisited customer next</a:t>
          </a:r>
          <a:endParaRPr lang="en-SG"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Assign Stop Nos: 1,2,… N</a:t>
          </a:r>
          <a:endParaRPr lang="en-SG" sz="1400" kern="1200" dirty="0"/>
        </a:p>
      </dsp:txBody>
      <dsp:txXfrm>
        <a:off x="5293022" y="1748183"/>
        <a:ext cx="3978318" cy="1132356"/>
      </dsp:txXfrm>
    </dsp:sp>
    <dsp:sp modelId="{07BA3686-6C5F-4752-925D-42AB86237B0D}">
      <dsp:nvSpPr>
        <dsp:cNvPr id="0" name=""/>
        <dsp:cNvSpPr/>
      </dsp:nvSpPr>
      <dsp:spPr>
        <a:xfrm>
          <a:off x="5338487" y="3187646"/>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kern="1200" dirty="0"/>
            <a:t>Update Database</a:t>
          </a:r>
          <a:endParaRPr lang="en-SG" sz="2200" kern="1200" dirty="0"/>
        </a:p>
      </dsp:txBody>
      <dsp:txXfrm>
        <a:off x="5406891" y="3256050"/>
        <a:ext cx="1864724" cy="1264199"/>
      </dsp:txXfrm>
    </dsp:sp>
    <dsp:sp modelId="{81A51BBB-E42F-4858-BCE8-7D030242B87A}">
      <dsp:nvSpPr>
        <dsp:cNvPr id="0" name=""/>
        <dsp:cNvSpPr/>
      </dsp:nvSpPr>
      <dsp:spPr>
        <a:xfrm>
          <a:off x="7347123" y="3492097"/>
          <a:ext cx="1920070" cy="805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a:solidFill>
                <a:prstClr val="black">
                  <a:hueOff val="0"/>
                  <a:satOff val="0"/>
                  <a:lumOff val="0"/>
                  <a:alphaOff val="0"/>
                </a:prstClr>
              </a:solidFill>
              <a:latin typeface="Aptos" panose="02110004020202020204"/>
              <a:ea typeface="+mn-ea"/>
              <a:cs typeface="+mn-cs"/>
            </a:rPr>
            <a:t>Update Stop no to existing table</a:t>
          </a:r>
        </a:p>
      </dsp:txBody>
      <dsp:txXfrm>
        <a:off x="7347123" y="3492097"/>
        <a:ext cx="1920070" cy="8050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460246" y="1358060"/>
          <a:ext cx="1188974" cy="135360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145241" y="40058"/>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b="1" i="1" kern="1200" dirty="0"/>
            <a:t>Perform optimization</a:t>
          </a:r>
          <a:endParaRPr lang="en-SG" sz="2200" kern="1200" dirty="0"/>
        </a:p>
      </dsp:txBody>
      <dsp:txXfrm>
        <a:off x="1213645" y="108462"/>
        <a:ext cx="1864724" cy="1264199"/>
      </dsp:txXfrm>
    </dsp:sp>
    <dsp:sp modelId="{727D5187-AE0A-41DC-87B3-274D937D0146}">
      <dsp:nvSpPr>
        <dsp:cNvPr id="0" name=""/>
        <dsp:cNvSpPr/>
      </dsp:nvSpPr>
      <dsp:spPr>
        <a:xfrm>
          <a:off x="3244474" y="9903"/>
          <a:ext cx="3277140" cy="1439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Get customers for agent on this date</a:t>
          </a:r>
          <a:endParaRPr lang="en-SG"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Get </a:t>
          </a:r>
          <a:r>
            <a:rPr lang="en-US" sz="1300" kern="1200" dirty="0" err="1" smtClean="0"/>
            <a:t>Lat</a:t>
          </a:r>
          <a:r>
            <a:rPr lang="en-US" sz="1300" kern="1200" dirty="0" smtClean="0"/>
            <a:t>, Long and barangay code </a:t>
          </a:r>
          <a:r>
            <a:rPr lang="en-US" sz="1300" kern="1200" dirty="0"/>
            <a:t>for </a:t>
          </a:r>
          <a:r>
            <a:rPr lang="en-US" sz="1300" kern="1200" dirty="0" smtClean="0"/>
            <a:t>Customer</a:t>
          </a:r>
          <a:endParaRPr lang="en-SG"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SG" sz="1300" kern="1200" dirty="0" smtClean="0"/>
            <a:t>For the Invalid coordinate customer assign stop no as 100</a:t>
          </a:r>
          <a:endParaRPr lang="en-SG" sz="1300" kern="1200" dirty="0"/>
        </a:p>
      </dsp:txBody>
      <dsp:txXfrm>
        <a:off x="3244474" y="9903"/>
        <a:ext cx="3277140" cy="1439745"/>
      </dsp:txXfrm>
    </dsp:sp>
    <dsp:sp modelId="{C1204A90-566D-407C-930F-B4AE273653A3}">
      <dsp:nvSpPr>
        <dsp:cNvPr id="0" name=""/>
        <dsp:cNvSpPr/>
      </dsp:nvSpPr>
      <dsp:spPr>
        <a:xfrm rot="5400000">
          <a:off x="3556869" y="2931854"/>
          <a:ext cx="1188974" cy="135360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241864" y="1613852"/>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kern="1200" dirty="0"/>
            <a:t>Shortest route optimization</a:t>
          </a:r>
          <a:endParaRPr lang="en-SG" sz="2200" kern="1200" dirty="0"/>
        </a:p>
      </dsp:txBody>
      <dsp:txXfrm>
        <a:off x="3310268" y="1682256"/>
        <a:ext cx="1864724" cy="1264199"/>
      </dsp:txXfrm>
    </dsp:sp>
    <dsp:sp modelId="{002037F3-D24B-4A62-8F4D-F62D7F3F24BC}">
      <dsp:nvSpPr>
        <dsp:cNvPr id="0" name=""/>
        <dsp:cNvSpPr/>
      </dsp:nvSpPr>
      <dsp:spPr>
        <a:xfrm>
          <a:off x="5293022" y="1748183"/>
          <a:ext cx="3978318" cy="1132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Uses "Nearest Neighbor" algorithm starting from Distribution </a:t>
          </a:r>
          <a:r>
            <a:rPr lang="en-US" sz="1300" kern="1200" dirty="0" smtClean="0"/>
            <a:t>Center and optimizing route and stop number for the valid coordinate customer</a:t>
          </a:r>
          <a:endParaRPr lang="en-SG"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Always go to the nearest unvisited customer next</a:t>
          </a:r>
          <a:endParaRPr lang="en-SG" sz="1300" kern="1200" dirty="0"/>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Assign Stop Nos: 1,2,… </a:t>
          </a:r>
          <a:r>
            <a:rPr lang="en-US" sz="1300" kern="1200" dirty="0" smtClean="0"/>
            <a:t>N </a:t>
          </a:r>
          <a:endParaRPr lang="en-SG" sz="1300" kern="1200" dirty="0"/>
        </a:p>
      </dsp:txBody>
      <dsp:txXfrm>
        <a:off x="5293022" y="1748183"/>
        <a:ext cx="3978318" cy="1132356"/>
      </dsp:txXfrm>
    </dsp:sp>
    <dsp:sp modelId="{07BA3686-6C5F-4752-925D-42AB86237B0D}">
      <dsp:nvSpPr>
        <dsp:cNvPr id="0" name=""/>
        <dsp:cNvSpPr/>
      </dsp:nvSpPr>
      <dsp:spPr>
        <a:xfrm>
          <a:off x="5338487" y="3187646"/>
          <a:ext cx="2001532" cy="1401007"/>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buNone/>
          </a:pPr>
          <a:r>
            <a:rPr lang="en-US" sz="2200" kern="1200" dirty="0"/>
            <a:t>Update Database</a:t>
          </a:r>
          <a:endParaRPr lang="en-SG" sz="2200" kern="1200" dirty="0"/>
        </a:p>
      </dsp:txBody>
      <dsp:txXfrm>
        <a:off x="5406891" y="3256050"/>
        <a:ext cx="1864724" cy="1264199"/>
      </dsp:txXfrm>
    </dsp:sp>
    <dsp:sp modelId="{81A51BBB-E42F-4858-BCE8-7D030242B87A}">
      <dsp:nvSpPr>
        <dsp:cNvPr id="0" name=""/>
        <dsp:cNvSpPr/>
      </dsp:nvSpPr>
      <dsp:spPr>
        <a:xfrm>
          <a:off x="7347123" y="3492097"/>
          <a:ext cx="1920070" cy="805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a:solidFill>
                <a:prstClr val="black">
                  <a:hueOff val="0"/>
                  <a:satOff val="0"/>
                  <a:lumOff val="0"/>
                  <a:alphaOff val="0"/>
                </a:prstClr>
              </a:solidFill>
              <a:latin typeface="Aptos" panose="02110004020202020204"/>
              <a:ea typeface="+mn-ea"/>
              <a:cs typeface="+mn-cs"/>
            </a:rPr>
            <a:t>Update Stop no to existing table</a:t>
          </a:r>
        </a:p>
      </dsp:txBody>
      <dsp:txXfrm>
        <a:off x="7347123" y="3492097"/>
        <a:ext cx="1920070" cy="8050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592913" y="1438643"/>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259216" y="42435"/>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b="1" i="1" kern="1200" dirty="0"/>
            <a:t>Perform optimization</a:t>
          </a:r>
          <a:endParaRPr lang="en-SG" sz="2300" kern="1200" dirty="0"/>
        </a:p>
      </dsp:txBody>
      <dsp:txXfrm>
        <a:off x="1331679" y="114898"/>
        <a:ext cx="1975372" cy="1339214"/>
      </dsp:txXfrm>
    </dsp:sp>
    <dsp:sp modelId="{727D5187-AE0A-41DC-87B3-274D937D0146}">
      <dsp:nvSpPr>
        <dsp:cNvPr id="0" name=""/>
        <dsp:cNvSpPr/>
      </dsp:nvSpPr>
      <dsp:spPr>
        <a:xfrm>
          <a:off x="3483012" y="10491"/>
          <a:ext cx="3471597" cy="1525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Get customers for agent on this date</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smtClean="0"/>
            <a:t>Get (Lat/Long) for Customer</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Find the unvisited </a:t>
          </a:r>
          <a:r>
            <a:rPr lang="en-US" sz="1200" kern="1200" dirty="0"/>
            <a:t>prospects in the </a:t>
          </a:r>
          <a:r>
            <a:rPr lang="en-US" sz="1200" kern="1200" dirty="0" smtClean="0"/>
            <a:t>nearby location based on coordinates till total </a:t>
          </a:r>
          <a:r>
            <a:rPr lang="en-US" sz="1200" kern="1200" dirty="0"/>
            <a:t>60 is reached</a:t>
          </a:r>
          <a:endParaRPr lang="en-SG" sz="1200" kern="1200" dirty="0"/>
        </a:p>
      </dsp:txBody>
      <dsp:txXfrm>
        <a:off x="3483012" y="10491"/>
        <a:ext cx="3471597" cy="1525176"/>
      </dsp:txXfrm>
    </dsp:sp>
    <dsp:sp modelId="{C1204A90-566D-407C-930F-B4AE273653A3}">
      <dsp:nvSpPr>
        <dsp:cNvPr id="0" name=""/>
        <dsp:cNvSpPr/>
      </dsp:nvSpPr>
      <dsp:spPr>
        <a:xfrm rot="5400000">
          <a:off x="3813945" y="3105822"/>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480247" y="1709614"/>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Shortest route optimization</a:t>
          </a:r>
          <a:endParaRPr lang="en-SG" sz="2300" kern="1200" dirty="0"/>
        </a:p>
      </dsp:txBody>
      <dsp:txXfrm>
        <a:off x="3552710" y="1782077"/>
        <a:ext cx="1975372" cy="1339214"/>
      </dsp:txXfrm>
    </dsp:sp>
    <dsp:sp modelId="{002037F3-D24B-4A62-8F4D-F62D7F3F24BC}">
      <dsp:nvSpPr>
        <dsp:cNvPr id="0" name=""/>
        <dsp:cNvSpPr/>
      </dsp:nvSpPr>
      <dsp:spPr>
        <a:xfrm>
          <a:off x="5653116" y="1851916"/>
          <a:ext cx="4214382" cy="1199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After adding the unvisited prospects</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Uses "Nearest Neighbor" algorithm starting from Distribution Center</a:t>
          </a:r>
          <a:r>
            <a:rPr lang="en-SG" sz="1200" kern="1200" dirty="0" smtClean="0"/>
            <a:t> </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Always go to the nearest unvisited </a:t>
          </a:r>
          <a:r>
            <a:rPr lang="en-US" sz="1200" kern="1200" dirty="0" smtClean="0"/>
            <a:t>customer/prospect </a:t>
          </a:r>
          <a:r>
            <a:rPr lang="en-US" sz="1200" kern="1200" dirty="0"/>
            <a:t>next</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Assign Stop Nos: 1,2,… </a:t>
          </a:r>
          <a:r>
            <a:rPr lang="en-US" sz="1200" kern="1200" dirty="0" smtClean="0"/>
            <a:t>N for both prospects and customers </a:t>
          </a:r>
          <a:endParaRPr lang="en-SG" sz="1200" kern="1200" dirty="0"/>
        </a:p>
      </dsp:txBody>
      <dsp:txXfrm>
        <a:off x="5653116" y="1851916"/>
        <a:ext cx="4214382" cy="1199547"/>
      </dsp:txXfrm>
    </dsp:sp>
    <dsp:sp modelId="{07BA3686-6C5F-4752-925D-42AB86237B0D}">
      <dsp:nvSpPr>
        <dsp:cNvPr id="0" name=""/>
        <dsp:cNvSpPr/>
      </dsp:nvSpPr>
      <dsp:spPr>
        <a:xfrm>
          <a:off x="5701279" y="3376793"/>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Update Database</a:t>
          </a:r>
          <a:endParaRPr lang="en-SG" sz="2300" kern="1200" dirty="0"/>
        </a:p>
      </dsp:txBody>
      <dsp:txXfrm>
        <a:off x="5773742" y="3449256"/>
        <a:ext cx="1975372" cy="1339214"/>
      </dsp:txXfrm>
    </dsp:sp>
    <dsp:sp modelId="{81A51BBB-E42F-4858-BCE8-7D030242B87A}">
      <dsp:nvSpPr>
        <dsp:cNvPr id="0" name=""/>
        <dsp:cNvSpPr/>
      </dsp:nvSpPr>
      <dsp:spPr>
        <a:xfrm>
          <a:off x="7920942" y="3647135"/>
          <a:ext cx="1736485" cy="941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sp:txBody>
      <dsp:txXfrm>
        <a:off x="7920942" y="3647135"/>
        <a:ext cx="1736485" cy="9419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592913" y="1438643"/>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259216" y="42435"/>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b="1" i="1" kern="1200" dirty="0"/>
            <a:t>Perform optimization</a:t>
          </a:r>
          <a:endParaRPr lang="en-SG" sz="2300" kern="1200" dirty="0"/>
        </a:p>
      </dsp:txBody>
      <dsp:txXfrm>
        <a:off x="1331679" y="114898"/>
        <a:ext cx="1975372" cy="1339214"/>
      </dsp:txXfrm>
    </dsp:sp>
    <dsp:sp modelId="{727D5187-AE0A-41DC-87B3-274D937D0146}">
      <dsp:nvSpPr>
        <dsp:cNvPr id="0" name=""/>
        <dsp:cNvSpPr/>
      </dsp:nvSpPr>
      <dsp:spPr>
        <a:xfrm>
          <a:off x="3483012" y="10491"/>
          <a:ext cx="3471597" cy="1525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Get customers for agent on this date</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Get </a:t>
          </a:r>
          <a:r>
            <a:rPr lang="en-US" sz="1200" kern="1200" dirty="0" err="1" smtClean="0"/>
            <a:t>Lat</a:t>
          </a:r>
          <a:r>
            <a:rPr lang="en-US" sz="1200" kern="1200" dirty="0" smtClean="0"/>
            <a:t>, Long and barangay code for Customer</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For the Invalid coordinate customer assign stop no as 100</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Find the unvisited </a:t>
          </a:r>
          <a:r>
            <a:rPr lang="en-US" sz="1200" kern="1200" dirty="0"/>
            <a:t>prospects in the </a:t>
          </a:r>
          <a:r>
            <a:rPr lang="en-US" sz="1200" kern="1200" dirty="0" smtClean="0"/>
            <a:t>nearby location based on coordinates till total </a:t>
          </a:r>
          <a:r>
            <a:rPr lang="en-US" sz="1200" kern="1200" dirty="0"/>
            <a:t>60 is reached</a:t>
          </a:r>
          <a:endParaRPr lang="en-SG" sz="1200" kern="1200" dirty="0"/>
        </a:p>
      </dsp:txBody>
      <dsp:txXfrm>
        <a:off x="3483012" y="10491"/>
        <a:ext cx="3471597" cy="1525176"/>
      </dsp:txXfrm>
    </dsp:sp>
    <dsp:sp modelId="{C1204A90-566D-407C-930F-B4AE273653A3}">
      <dsp:nvSpPr>
        <dsp:cNvPr id="0" name=""/>
        <dsp:cNvSpPr/>
      </dsp:nvSpPr>
      <dsp:spPr>
        <a:xfrm rot="5400000">
          <a:off x="3813945" y="3105822"/>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480247" y="1709614"/>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Shortest route optimization</a:t>
          </a:r>
          <a:endParaRPr lang="en-SG" sz="2300" kern="1200" dirty="0"/>
        </a:p>
      </dsp:txBody>
      <dsp:txXfrm>
        <a:off x="3552710" y="1782077"/>
        <a:ext cx="1975372" cy="1339214"/>
      </dsp:txXfrm>
    </dsp:sp>
    <dsp:sp modelId="{002037F3-D24B-4A62-8F4D-F62D7F3F24BC}">
      <dsp:nvSpPr>
        <dsp:cNvPr id="0" name=""/>
        <dsp:cNvSpPr/>
      </dsp:nvSpPr>
      <dsp:spPr>
        <a:xfrm>
          <a:off x="5653116" y="1851916"/>
          <a:ext cx="4214382" cy="1199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After adding the unvisited prospects</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Uses "Nearest Neighbor" algorithm starting from Distribution Center</a:t>
          </a:r>
          <a:r>
            <a:rPr lang="en-SG" sz="1200" kern="1200" dirty="0" smtClean="0"/>
            <a:t> </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Always go to the nearest unvisited </a:t>
          </a:r>
          <a:r>
            <a:rPr lang="en-US" sz="1200" kern="1200" dirty="0" smtClean="0"/>
            <a:t>customer/prospect </a:t>
          </a:r>
          <a:r>
            <a:rPr lang="en-US" sz="1200" kern="1200" dirty="0"/>
            <a:t>next</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Assign Stop Nos: 1,2,… </a:t>
          </a:r>
          <a:r>
            <a:rPr lang="en-US" sz="1200" kern="1200" dirty="0" smtClean="0"/>
            <a:t>N for both prospects and customers </a:t>
          </a:r>
          <a:endParaRPr lang="en-SG" sz="1200" kern="1200" dirty="0"/>
        </a:p>
      </dsp:txBody>
      <dsp:txXfrm>
        <a:off x="5653116" y="1851916"/>
        <a:ext cx="4214382" cy="1199547"/>
      </dsp:txXfrm>
    </dsp:sp>
    <dsp:sp modelId="{07BA3686-6C5F-4752-925D-42AB86237B0D}">
      <dsp:nvSpPr>
        <dsp:cNvPr id="0" name=""/>
        <dsp:cNvSpPr/>
      </dsp:nvSpPr>
      <dsp:spPr>
        <a:xfrm>
          <a:off x="5701279" y="3376793"/>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Update Database</a:t>
          </a:r>
          <a:endParaRPr lang="en-SG" sz="2300" kern="1200" dirty="0"/>
        </a:p>
      </dsp:txBody>
      <dsp:txXfrm>
        <a:off x="5773742" y="3449256"/>
        <a:ext cx="1975372" cy="1339214"/>
      </dsp:txXfrm>
    </dsp:sp>
    <dsp:sp modelId="{81A51BBB-E42F-4858-BCE8-7D030242B87A}">
      <dsp:nvSpPr>
        <dsp:cNvPr id="0" name=""/>
        <dsp:cNvSpPr/>
      </dsp:nvSpPr>
      <dsp:spPr>
        <a:xfrm>
          <a:off x="7920942" y="3647135"/>
          <a:ext cx="1736485" cy="941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sp:txBody>
      <dsp:txXfrm>
        <a:off x="7920942" y="3647135"/>
        <a:ext cx="1736485" cy="9419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592913" y="1438643"/>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259216" y="42435"/>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b="1" i="1" kern="1200" dirty="0"/>
            <a:t>Perform optimization</a:t>
          </a:r>
          <a:endParaRPr lang="en-SG" sz="2300" kern="1200" dirty="0"/>
        </a:p>
      </dsp:txBody>
      <dsp:txXfrm>
        <a:off x="1331679" y="114898"/>
        <a:ext cx="1975372" cy="1339214"/>
      </dsp:txXfrm>
    </dsp:sp>
    <dsp:sp modelId="{727D5187-AE0A-41DC-87B3-274D937D0146}">
      <dsp:nvSpPr>
        <dsp:cNvPr id="0" name=""/>
        <dsp:cNvSpPr/>
      </dsp:nvSpPr>
      <dsp:spPr>
        <a:xfrm>
          <a:off x="3483012" y="10491"/>
          <a:ext cx="3471597" cy="1525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Get customers for agent on this date</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Get </a:t>
          </a:r>
          <a:r>
            <a:rPr lang="en-US" sz="1200" kern="1200" dirty="0" err="1" smtClean="0"/>
            <a:t>Lat</a:t>
          </a:r>
          <a:r>
            <a:rPr lang="en-US" sz="1200" kern="1200" dirty="0" smtClean="0"/>
            <a:t>, Long and barangay code for Customer</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For the Invalid coordinate customer assign stop no as 100</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Find the unvisited </a:t>
          </a:r>
          <a:r>
            <a:rPr lang="en-US" sz="1200" kern="1200" dirty="0"/>
            <a:t>prospects in the </a:t>
          </a:r>
          <a:r>
            <a:rPr lang="en-US" sz="1200" kern="1200" dirty="0" smtClean="0"/>
            <a:t>same barangay based on barangay code till total </a:t>
          </a:r>
          <a:r>
            <a:rPr lang="en-US" sz="1200" kern="1200" dirty="0"/>
            <a:t>60 is reached</a:t>
          </a:r>
          <a:endParaRPr lang="en-SG" sz="1200" kern="1200" dirty="0"/>
        </a:p>
      </dsp:txBody>
      <dsp:txXfrm>
        <a:off x="3483012" y="10491"/>
        <a:ext cx="3471597" cy="1525176"/>
      </dsp:txXfrm>
    </dsp:sp>
    <dsp:sp modelId="{C1204A90-566D-407C-930F-B4AE273653A3}">
      <dsp:nvSpPr>
        <dsp:cNvPr id="0" name=""/>
        <dsp:cNvSpPr/>
      </dsp:nvSpPr>
      <dsp:spPr>
        <a:xfrm rot="5400000">
          <a:off x="3813945" y="3105822"/>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480247" y="1709614"/>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Shortest route optimization</a:t>
          </a:r>
          <a:endParaRPr lang="en-SG" sz="2300" kern="1200" dirty="0"/>
        </a:p>
      </dsp:txBody>
      <dsp:txXfrm>
        <a:off x="3552710" y="1782077"/>
        <a:ext cx="1975372" cy="1339214"/>
      </dsp:txXfrm>
    </dsp:sp>
    <dsp:sp modelId="{002037F3-D24B-4A62-8F4D-F62D7F3F24BC}">
      <dsp:nvSpPr>
        <dsp:cNvPr id="0" name=""/>
        <dsp:cNvSpPr/>
      </dsp:nvSpPr>
      <dsp:spPr>
        <a:xfrm>
          <a:off x="5653116" y="1851916"/>
          <a:ext cx="4214382" cy="1199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After adding the unvisited prospects</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Uses "Nearest Neighbor" algorithm starting from Distribution Center</a:t>
          </a:r>
          <a:r>
            <a:rPr lang="en-SG" sz="1200" kern="1200" dirty="0" smtClean="0"/>
            <a:t> </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Always go to the nearest unvisited </a:t>
          </a:r>
          <a:r>
            <a:rPr lang="en-US" sz="1200" kern="1200" dirty="0" smtClean="0"/>
            <a:t>customer/prospect </a:t>
          </a:r>
          <a:r>
            <a:rPr lang="en-US" sz="1200" kern="1200" dirty="0"/>
            <a:t>next</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Assign Stop Nos: 1,2,… </a:t>
          </a:r>
          <a:r>
            <a:rPr lang="en-US" sz="1200" kern="1200" dirty="0" smtClean="0"/>
            <a:t>N for both prospects and customers </a:t>
          </a:r>
          <a:endParaRPr lang="en-SG" sz="1200" kern="1200" dirty="0"/>
        </a:p>
      </dsp:txBody>
      <dsp:txXfrm>
        <a:off x="5653116" y="1851916"/>
        <a:ext cx="4214382" cy="1199547"/>
      </dsp:txXfrm>
    </dsp:sp>
    <dsp:sp modelId="{07BA3686-6C5F-4752-925D-42AB86237B0D}">
      <dsp:nvSpPr>
        <dsp:cNvPr id="0" name=""/>
        <dsp:cNvSpPr/>
      </dsp:nvSpPr>
      <dsp:spPr>
        <a:xfrm>
          <a:off x="5701279" y="3376793"/>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Update Database</a:t>
          </a:r>
          <a:endParaRPr lang="en-SG" sz="2300" kern="1200" dirty="0"/>
        </a:p>
      </dsp:txBody>
      <dsp:txXfrm>
        <a:off x="5773742" y="3449256"/>
        <a:ext cx="1975372" cy="1339214"/>
      </dsp:txXfrm>
    </dsp:sp>
    <dsp:sp modelId="{81A51BBB-E42F-4858-BCE8-7D030242B87A}">
      <dsp:nvSpPr>
        <dsp:cNvPr id="0" name=""/>
        <dsp:cNvSpPr/>
      </dsp:nvSpPr>
      <dsp:spPr>
        <a:xfrm>
          <a:off x="7920942" y="3647135"/>
          <a:ext cx="1736485" cy="941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sp:txBody>
      <dsp:txXfrm>
        <a:off x="7920942" y="3647135"/>
        <a:ext cx="1736485" cy="94195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FD0E2-8ED2-4F64-802E-8E6E49DE4DC2}">
      <dsp:nvSpPr>
        <dsp:cNvPr id="0" name=""/>
        <dsp:cNvSpPr/>
      </dsp:nvSpPr>
      <dsp:spPr>
        <a:xfrm rot="5400000">
          <a:off x="1592913" y="1438643"/>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E83E92-409A-41D5-8E4F-A2B065EC01DC}">
      <dsp:nvSpPr>
        <dsp:cNvPr id="0" name=""/>
        <dsp:cNvSpPr/>
      </dsp:nvSpPr>
      <dsp:spPr>
        <a:xfrm>
          <a:off x="1259216" y="42435"/>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b="1" i="1" kern="1200" dirty="0"/>
            <a:t>Perform optimization</a:t>
          </a:r>
          <a:endParaRPr lang="en-SG" sz="2300" kern="1200" dirty="0"/>
        </a:p>
      </dsp:txBody>
      <dsp:txXfrm>
        <a:off x="1331679" y="114898"/>
        <a:ext cx="1975372" cy="1339214"/>
      </dsp:txXfrm>
    </dsp:sp>
    <dsp:sp modelId="{727D5187-AE0A-41DC-87B3-274D937D0146}">
      <dsp:nvSpPr>
        <dsp:cNvPr id="0" name=""/>
        <dsp:cNvSpPr/>
      </dsp:nvSpPr>
      <dsp:spPr>
        <a:xfrm>
          <a:off x="3483012" y="10491"/>
          <a:ext cx="3471597" cy="1525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Get customers for agent on this date</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Get </a:t>
          </a:r>
          <a:r>
            <a:rPr lang="en-US" sz="1200" kern="1200" dirty="0" err="1" smtClean="0"/>
            <a:t>Lat</a:t>
          </a:r>
          <a:r>
            <a:rPr lang="en-US" sz="1200" kern="1200" dirty="0" smtClean="0"/>
            <a:t>, Long and barangay code for Customer</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Find the unvisited </a:t>
          </a:r>
          <a:r>
            <a:rPr lang="en-US" sz="1200" kern="1200" dirty="0"/>
            <a:t>prospects in the </a:t>
          </a:r>
          <a:r>
            <a:rPr lang="en-US" sz="1200" kern="1200" dirty="0" smtClean="0"/>
            <a:t>same barangay based on barangay code till total </a:t>
          </a:r>
          <a:r>
            <a:rPr lang="en-US" sz="1200" kern="1200" dirty="0"/>
            <a:t>60 is reached</a:t>
          </a:r>
          <a:endParaRPr lang="en-SG" sz="1200" kern="1200" dirty="0"/>
        </a:p>
      </dsp:txBody>
      <dsp:txXfrm>
        <a:off x="3483012" y="10491"/>
        <a:ext cx="3471597" cy="1525176"/>
      </dsp:txXfrm>
    </dsp:sp>
    <dsp:sp modelId="{C1204A90-566D-407C-930F-B4AE273653A3}">
      <dsp:nvSpPr>
        <dsp:cNvPr id="0" name=""/>
        <dsp:cNvSpPr/>
      </dsp:nvSpPr>
      <dsp:spPr>
        <a:xfrm rot="5400000">
          <a:off x="3813945" y="3105822"/>
          <a:ext cx="1259524" cy="1433924"/>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6D5470-5825-4420-ABC1-7D9420F8D847}">
      <dsp:nvSpPr>
        <dsp:cNvPr id="0" name=""/>
        <dsp:cNvSpPr/>
      </dsp:nvSpPr>
      <dsp:spPr>
        <a:xfrm>
          <a:off x="3480247" y="1709614"/>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Shortest route optimization</a:t>
          </a:r>
          <a:endParaRPr lang="en-SG" sz="2300" kern="1200" dirty="0"/>
        </a:p>
      </dsp:txBody>
      <dsp:txXfrm>
        <a:off x="3552710" y="1782077"/>
        <a:ext cx="1975372" cy="1339214"/>
      </dsp:txXfrm>
    </dsp:sp>
    <dsp:sp modelId="{002037F3-D24B-4A62-8F4D-F62D7F3F24BC}">
      <dsp:nvSpPr>
        <dsp:cNvPr id="0" name=""/>
        <dsp:cNvSpPr/>
      </dsp:nvSpPr>
      <dsp:spPr>
        <a:xfrm>
          <a:off x="5653116" y="1851916"/>
          <a:ext cx="4214382" cy="1199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SG" sz="1200" kern="1200" dirty="0" smtClean="0"/>
            <a:t>After adding the unvisited prospects</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smtClean="0"/>
            <a:t>Uses "Nearest Neighbor" algorithm starting from Distribution Center</a:t>
          </a:r>
          <a:r>
            <a:rPr lang="en-SG" sz="1200" kern="1200" dirty="0" smtClean="0"/>
            <a:t> </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Always go to the nearest unvisited </a:t>
          </a:r>
          <a:r>
            <a:rPr lang="en-US" sz="1200" kern="1200" dirty="0" smtClean="0"/>
            <a:t>customer/prospect </a:t>
          </a:r>
          <a:r>
            <a:rPr lang="en-US" sz="1200" kern="1200" dirty="0"/>
            <a:t>next</a:t>
          </a:r>
          <a:endParaRPr lang="en-SG"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Assign Stop Nos: 1,2,… </a:t>
          </a:r>
          <a:r>
            <a:rPr lang="en-US" sz="1200" kern="1200" dirty="0" smtClean="0"/>
            <a:t>N for both prospects and customers </a:t>
          </a:r>
          <a:endParaRPr lang="en-SG" sz="1200" kern="1200" dirty="0"/>
        </a:p>
      </dsp:txBody>
      <dsp:txXfrm>
        <a:off x="5653116" y="1851916"/>
        <a:ext cx="4214382" cy="1199547"/>
      </dsp:txXfrm>
    </dsp:sp>
    <dsp:sp modelId="{07BA3686-6C5F-4752-925D-42AB86237B0D}">
      <dsp:nvSpPr>
        <dsp:cNvPr id="0" name=""/>
        <dsp:cNvSpPr/>
      </dsp:nvSpPr>
      <dsp:spPr>
        <a:xfrm>
          <a:off x="5701279" y="3376793"/>
          <a:ext cx="2120298" cy="1484140"/>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US" sz="2300" kern="1200" dirty="0"/>
            <a:t>Update Database</a:t>
          </a:r>
          <a:endParaRPr lang="en-SG" sz="2300" kern="1200" dirty="0"/>
        </a:p>
      </dsp:txBody>
      <dsp:txXfrm>
        <a:off x="5773742" y="3449256"/>
        <a:ext cx="1975372" cy="1339214"/>
      </dsp:txXfrm>
    </dsp:sp>
    <dsp:sp modelId="{81A51BBB-E42F-4858-BCE8-7D030242B87A}">
      <dsp:nvSpPr>
        <dsp:cNvPr id="0" name=""/>
        <dsp:cNvSpPr/>
      </dsp:nvSpPr>
      <dsp:spPr>
        <a:xfrm>
          <a:off x="7920942" y="3647135"/>
          <a:ext cx="1736485" cy="9419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SG" sz="1500" kern="1200" dirty="0" smtClean="0">
              <a:solidFill>
                <a:prstClr val="black">
                  <a:hueOff val="0"/>
                  <a:satOff val="0"/>
                  <a:lumOff val="0"/>
                  <a:alphaOff val="0"/>
                </a:prstClr>
              </a:solidFill>
              <a:latin typeface="Aptos" panose="02110004020202020204"/>
              <a:ea typeface="+mn-ea"/>
              <a:cs typeface="+mn-cs"/>
            </a:rPr>
            <a:t>Inserts and Update Stop </a:t>
          </a:r>
          <a:r>
            <a:rPr lang="en-SG" sz="1500" kern="1200" dirty="0">
              <a:solidFill>
                <a:prstClr val="black">
                  <a:hueOff val="0"/>
                  <a:satOff val="0"/>
                  <a:lumOff val="0"/>
                  <a:alphaOff val="0"/>
                </a:prstClr>
              </a:solidFill>
              <a:latin typeface="Aptos" panose="02110004020202020204"/>
              <a:ea typeface="+mn-ea"/>
              <a:cs typeface="+mn-cs"/>
            </a:rPr>
            <a:t>no to existing </a:t>
          </a:r>
          <a:r>
            <a:rPr lang="en-SG" sz="1500" kern="1200" dirty="0" smtClean="0">
              <a:solidFill>
                <a:prstClr val="black">
                  <a:hueOff val="0"/>
                  <a:satOff val="0"/>
                  <a:lumOff val="0"/>
                  <a:alphaOff val="0"/>
                </a:prstClr>
              </a:solidFill>
              <a:latin typeface="Aptos" panose="02110004020202020204"/>
              <a:ea typeface="+mn-ea"/>
              <a:cs typeface="+mn-cs"/>
            </a:rPr>
            <a:t>table.</a:t>
          </a:r>
          <a:endParaRPr lang="en-SG" sz="1500" kern="1200" dirty="0">
            <a:solidFill>
              <a:prstClr val="black">
                <a:hueOff val="0"/>
                <a:satOff val="0"/>
                <a:lumOff val="0"/>
                <a:alphaOff val="0"/>
              </a:prstClr>
            </a:solidFill>
            <a:latin typeface="Aptos" panose="02110004020202020204"/>
            <a:ea typeface="+mn-ea"/>
            <a:cs typeface="+mn-cs"/>
          </a:endParaRPr>
        </a:p>
      </dsp:txBody>
      <dsp:txXfrm>
        <a:off x="7920942" y="3647135"/>
        <a:ext cx="1736485" cy="941956"/>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78A1EA-1FDD-6EA3-03F5-B70595D531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xmlns="" id="{13CD359C-3AED-0255-183C-5A05EEFC3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xmlns="" id="{3E7B9AAE-F86C-FECE-DF70-8942C6FF5E48}"/>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9069CA9F-2369-EF88-6AF2-4DCE1BBF386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756EC52F-A568-1F27-DD61-FFAD25827894}"/>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310756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A95E8B-3979-CBA8-B89A-649C7E32617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D50CE0E3-9496-AD9B-A86D-FF2B0B057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CF44D1BF-B21D-6F6F-02BE-E743A22AF746}"/>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7EF8BC33-0A0B-FDD9-AAD6-4F8C092CDEC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07104555-C33E-50AB-1C7F-060C42EF7B23}"/>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1391123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9F063D-6D9A-9270-82C7-FC827FD256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xmlns="" id="{CC1ED3CD-CDD0-350E-9C7D-B8DD404791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8B73C36-4277-80AE-03C3-5FA44678FA05}"/>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211D77C2-D941-9697-F489-26972ED14E1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E9DB8B9D-CF5A-7A82-EF15-B541FC7B14FE}"/>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236040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402B12-D173-CD92-4334-C370565FCDA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AEF7E00E-A693-3A18-84F1-C9CF4C47D8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xmlns="" id="{3DC4C4D3-5B02-22CD-E3F9-A94D40C697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xmlns="" id="{457147EA-83ED-AF06-00C6-7B8C7352A600}"/>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6" name="Footer Placeholder 5">
            <a:extLst>
              <a:ext uri="{FF2B5EF4-FFF2-40B4-BE49-F238E27FC236}">
                <a16:creationId xmlns:a16="http://schemas.microsoft.com/office/drawing/2014/main" xmlns="" id="{CF690B8E-EA36-C669-2C01-E009F1391B9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BD7EC71B-93CE-4DDE-875E-6C7E6FB48618}"/>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4247818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F79E55-8298-C565-DFE7-5BFEC2BE5CEF}"/>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xmlns="" id="{F6F9FFE7-4079-B7F1-69CD-4534F6ABA5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3A35F08-A2E2-64DF-54A0-AF858ED8AC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xmlns="" id="{E083B86D-41B1-DDEB-9079-5F8DE5638B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8F39F8A-7FC1-9746-EEE6-DDDF98981F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xmlns="" id="{2DD9090C-37ED-8A5C-C35B-834796208CE5}"/>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8" name="Footer Placeholder 7">
            <a:extLst>
              <a:ext uri="{FF2B5EF4-FFF2-40B4-BE49-F238E27FC236}">
                <a16:creationId xmlns:a16="http://schemas.microsoft.com/office/drawing/2014/main" xmlns="" id="{90A50F8D-7D42-D01F-22DF-E8B37FD02B3E}"/>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xmlns="" id="{59236A1B-1F08-B246-9AD1-C9B1CE7E9E1C}"/>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289271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F8360F-C269-34CA-308C-52E05DF74DD9}"/>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xmlns="" id="{CA871C7B-7C5B-E697-09C7-FC5423396790}"/>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4" name="Footer Placeholder 3">
            <a:extLst>
              <a:ext uri="{FF2B5EF4-FFF2-40B4-BE49-F238E27FC236}">
                <a16:creationId xmlns:a16="http://schemas.microsoft.com/office/drawing/2014/main" xmlns="" id="{46EE8EC3-3981-6707-DAF7-6724F707BA97}"/>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xmlns="" id="{6DB00727-986C-6D4F-D634-3058D7078E31}"/>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2639277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DB9CC02-E6DE-2620-2224-0BD68D91E36E}"/>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3" name="Footer Placeholder 2">
            <a:extLst>
              <a:ext uri="{FF2B5EF4-FFF2-40B4-BE49-F238E27FC236}">
                <a16:creationId xmlns:a16="http://schemas.microsoft.com/office/drawing/2014/main" xmlns="" id="{412464A0-F0F7-B049-D0E8-4F45B10A2E43}"/>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xmlns="" id="{47AD847A-A516-54CF-C8CF-73FC724B426D}"/>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1978386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A7E175-3346-D647-0320-514FF5520B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684E80A8-2A9A-F151-ED20-C0A66E6481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xmlns="" id="{04DA8933-7B47-2DFD-0D3E-BF1D7645F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D72D6B-4AAB-5992-6892-D34AB11F6A4B}"/>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6" name="Footer Placeholder 5">
            <a:extLst>
              <a:ext uri="{FF2B5EF4-FFF2-40B4-BE49-F238E27FC236}">
                <a16:creationId xmlns:a16="http://schemas.microsoft.com/office/drawing/2014/main" xmlns="" id="{4F59D8E0-6959-23E9-EFB1-5601E61FBE1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F695A9B3-B585-174B-2717-D5040D1C76DA}"/>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3540012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75D2E9-EB43-1A18-A05A-D42C8F7FA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xmlns="" id="{79BC6938-BEF3-C006-D6D6-AF0E651B39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xmlns="" id="{960E9D6B-9FF5-9BE4-8D53-784384204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2814566-43FF-3F40-A26F-8964927475D3}"/>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6" name="Footer Placeholder 5">
            <a:extLst>
              <a:ext uri="{FF2B5EF4-FFF2-40B4-BE49-F238E27FC236}">
                <a16:creationId xmlns:a16="http://schemas.microsoft.com/office/drawing/2014/main" xmlns="" id="{DE67B553-6C33-8DA0-6FD3-A379DE51D8B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3A232C62-5F94-3B59-57AF-F24ABA6D5BCC}"/>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1092616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B0D55A-60CA-04C0-FD63-4D0C91389812}"/>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xmlns="" id="{66FEA665-32CB-EA7C-F912-F4FF2D8129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5AA3A91D-C04E-9293-B8EE-41C2ACF11EBD}"/>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A0134691-AC7D-5AA1-B3E5-4389392C847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E968C4D9-CA45-D377-505E-85B123A4EE18}"/>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520395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6763A61-B8BB-44C1-7675-0E58C93E9E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xmlns="" id="{DCB64622-42E6-DBB1-3714-2AE4BBB3D7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0CC5B512-6E3A-B7A6-E632-ABD1414CC088}"/>
              </a:ext>
            </a:extLst>
          </p:cNvPr>
          <p:cNvSpPr>
            <a:spLocks noGrp="1"/>
          </p:cNvSpPr>
          <p:nvPr>
            <p:ph type="dt" sz="half" idx="10"/>
          </p:nvPr>
        </p:nvSpPr>
        <p:spPr/>
        <p:txBody>
          <a:body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21321F2B-945F-3BDC-26D6-852CE49F96A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4C8B7BFF-29F1-2216-3155-2CF43AB52FF1}"/>
              </a:ext>
            </a:extLst>
          </p:cNvPr>
          <p:cNvSpPr>
            <a:spLocks noGrp="1"/>
          </p:cNvSpPr>
          <p:nvPr>
            <p:ph type="sldNum" sz="quarter" idx="12"/>
          </p:nvPr>
        </p:nvSpPr>
        <p:spPr/>
        <p:txBody>
          <a:bodyPr/>
          <a:lstStyle/>
          <a:p>
            <a:fld id="{4D24C52D-FBBB-42EE-AE1F-99F669ACDF44}" type="slidenum">
              <a:rPr lang="en-SG" smtClean="0"/>
              <a:t>‹#›</a:t>
            </a:fld>
            <a:endParaRPr lang="en-SG"/>
          </a:p>
        </p:txBody>
      </p:sp>
    </p:spTree>
    <p:extLst>
      <p:ext uri="{BB962C8B-B14F-4D97-AF65-F5344CB8AC3E}">
        <p14:creationId xmlns:p14="http://schemas.microsoft.com/office/powerpoint/2010/main" val="2388086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D7C11E4-8F1A-336C-BAD5-863A55E8A8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xmlns="" id="{66533B9C-2F25-408C-B80D-455A82F391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EB8160CF-6E77-3047-7D33-DD9639233E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A673E9-4324-45C3-958F-3E64DCC25A74}" type="datetimeFigureOut">
              <a:rPr lang="en-SG" smtClean="0"/>
              <a:t>14/10/2025</a:t>
            </a:fld>
            <a:endParaRPr lang="en-SG"/>
          </a:p>
        </p:txBody>
      </p:sp>
      <p:sp>
        <p:nvSpPr>
          <p:cNvPr id="5" name="Footer Placeholder 4">
            <a:extLst>
              <a:ext uri="{FF2B5EF4-FFF2-40B4-BE49-F238E27FC236}">
                <a16:creationId xmlns:a16="http://schemas.microsoft.com/office/drawing/2014/main" xmlns="" id="{743BF7FC-BF8B-7626-46EC-70F6CDE8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xmlns="" id="{7EDFB105-1898-B078-BD50-8898FDB289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24C52D-FBBB-42EE-AE1F-99F669ACDF44}" type="slidenum">
              <a:rPr lang="en-SG" smtClean="0"/>
              <a:t>‹#›</a:t>
            </a:fld>
            <a:endParaRPr lang="en-SG"/>
          </a:p>
        </p:txBody>
      </p:sp>
    </p:spTree>
    <p:extLst>
      <p:ext uri="{BB962C8B-B14F-4D97-AF65-F5344CB8AC3E}">
        <p14:creationId xmlns:p14="http://schemas.microsoft.com/office/powerpoint/2010/main" val="4246215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310467" y="196554"/>
            <a:ext cx="4098737" cy="7691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Diagram 3">
            <a:extLst>
              <a:ext uri="{FF2B5EF4-FFF2-40B4-BE49-F238E27FC236}">
                <a16:creationId xmlns:a16="http://schemas.microsoft.com/office/drawing/2014/main" xmlns="" id="{5A66980F-02D7-EDF6-08EA-39AC36522567}"/>
              </a:ext>
            </a:extLst>
          </p:cNvPr>
          <p:cNvGraphicFramePr/>
          <p:nvPr>
            <p:extLst>
              <p:ext uri="{D42A27DB-BD31-4B8C-83A1-F6EECF244321}">
                <p14:modId xmlns:p14="http://schemas.microsoft.com/office/powerpoint/2010/main" val="2181079160"/>
              </p:ext>
            </p:extLst>
          </p:nvPr>
        </p:nvGraphicFramePr>
        <p:xfrm>
          <a:off x="498763" y="1034041"/>
          <a:ext cx="11038059" cy="5104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3478140" y="10764"/>
            <a:ext cx="5665861" cy="830997"/>
          </a:xfrm>
          <a:prstGeom prst="rect">
            <a:avLst/>
          </a:prstGeom>
          <a:noFill/>
        </p:spPr>
        <p:txBody>
          <a:bodyPr wrap="square" rtlCol="0" anchor="ctr">
            <a:spAutoFit/>
          </a:bodyPr>
          <a:lstStyle/>
          <a:p>
            <a:pPr algn="just"/>
            <a:r>
              <a:rPr lang="en-US" sz="2400" dirty="0">
                <a:solidFill>
                  <a:schemeClr val="bg1"/>
                </a:solidFill>
              </a:rPr>
              <a:t> </a:t>
            </a:r>
            <a:r>
              <a:rPr lang="en-US" sz="2400" dirty="0" smtClean="0">
                <a:solidFill>
                  <a:schemeClr val="bg1"/>
                </a:solidFill>
              </a:rPr>
              <a:t>                                                  Hierarchy for the process</a:t>
            </a:r>
            <a:endParaRPr lang="en-US" sz="2400" dirty="0">
              <a:solidFill>
                <a:schemeClr val="bg1"/>
              </a:solidFill>
            </a:endParaRPr>
          </a:p>
        </p:txBody>
      </p:sp>
      <p:sp>
        <p:nvSpPr>
          <p:cNvPr id="7" name="TextBox 6"/>
          <p:cNvSpPr txBox="1"/>
          <p:nvPr/>
        </p:nvSpPr>
        <p:spPr>
          <a:xfrm>
            <a:off x="7654737" y="1158984"/>
            <a:ext cx="3896881" cy="3416320"/>
          </a:xfrm>
          <a:prstGeom prst="rect">
            <a:avLst/>
          </a:prstGeom>
          <a:noFill/>
        </p:spPr>
        <p:txBody>
          <a:bodyPr wrap="square" rtlCol="0">
            <a:spAutoFit/>
          </a:bodyPr>
          <a:lstStyle/>
          <a:p>
            <a:pPr marL="342900" indent="-342900" algn="just">
              <a:buAutoNum type="arabicPeriod"/>
            </a:pPr>
            <a:r>
              <a:rPr lang="en-US" dirty="0" smtClean="0"/>
              <a:t>After the Execution of the monthly route plan based on the route master. This optimization happens.</a:t>
            </a:r>
          </a:p>
          <a:p>
            <a:pPr marL="342900" indent="-342900" algn="just">
              <a:buAutoNum type="arabicPeriod"/>
            </a:pPr>
            <a:r>
              <a:rPr lang="en-US" dirty="0" smtClean="0"/>
              <a:t>First, hierarchy to be accessed is based on the distributor id</a:t>
            </a:r>
          </a:p>
          <a:p>
            <a:pPr marL="342900" indent="-342900" algn="just">
              <a:buAutoNum type="arabicPeriod"/>
            </a:pPr>
            <a:r>
              <a:rPr lang="en-US" dirty="0" smtClean="0"/>
              <a:t>After that we’ll be looking into the distributor’s agents and next their route date.</a:t>
            </a:r>
          </a:p>
          <a:p>
            <a:pPr marL="342900" indent="-342900" algn="just">
              <a:buAutoNum type="arabicPeriod"/>
            </a:pPr>
            <a:r>
              <a:rPr lang="en-US" dirty="0" smtClean="0"/>
              <a:t>Prospects are marked as unvisited based on the history of </a:t>
            </a:r>
            <a:r>
              <a:rPr lang="en-US" dirty="0" err="1" smtClean="0"/>
              <a:t>custvisit</a:t>
            </a:r>
            <a:r>
              <a:rPr lang="en-US" dirty="0" smtClean="0"/>
              <a:t> and </a:t>
            </a:r>
            <a:r>
              <a:rPr lang="en-US" smtClean="0"/>
              <a:t>monthly route plan</a:t>
            </a:r>
            <a:endParaRPr lang="en-US" dirty="0" smtClean="0"/>
          </a:p>
        </p:txBody>
      </p:sp>
    </p:spTree>
    <p:extLst>
      <p:ext uri="{BB962C8B-B14F-4D97-AF65-F5344CB8AC3E}">
        <p14:creationId xmlns:p14="http://schemas.microsoft.com/office/powerpoint/2010/main" val="1626424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5A66980F-02D7-EDF6-08EA-39AC36522567}"/>
              </a:ext>
            </a:extLst>
          </p:cNvPr>
          <p:cNvGraphicFramePr/>
          <p:nvPr>
            <p:extLst>
              <p:ext uri="{D42A27DB-BD31-4B8C-83A1-F6EECF244321}">
                <p14:modId xmlns:p14="http://schemas.microsoft.com/office/powerpoint/2010/main" val="3716658314"/>
              </p:ext>
            </p:extLst>
          </p:nvPr>
        </p:nvGraphicFramePr>
        <p:xfrm>
          <a:off x="1452785" y="1529697"/>
          <a:ext cx="10173158" cy="4608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C12A20AE-CD5C-CC2E-94F6-2AABC4B7D002}"/>
              </a:ext>
            </a:extLst>
          </p:cNvPr>
          <p:cNvSpPr/>
          <p:nvPr/>
        </p:nvSpPr>
        <p:spPr>
          <a:xfrm>
            <a:off x="249382" y="2127903"/>
            <a:ext cx="748145" cy="4010429"/>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0D8CA105-3439-72EB-DBF5-791E52A0E7E3}"/>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3" name="TextBox 2"/>
          <p:cNvSpPr txBox="1"/>
          <p:nvPr/>
        </p:nvSpPr>
        <p:spPr>
          <a:xfrm>
            <a:off x="1674976" y="282011"/>
            <a:ext cx="9306370" cy="954107"/>
          </a:xfrm>
          <a:prstGeom prst="rect">
            <a:avLst/>
          </a:prstGeom>
          <a:noFill/>
        </p:spPr>
        <p:txBody>
          <a:bodyPr wrap="square" rtlCol="0">
            <a:spAutoFit/>
          </a:bodyPr>
          <a:lstStyle/>
          <a:p>
            <a:pPr algn="ctr"/>
            <a:r>
              <a:rPr lang="en-US" sz="2000" dirty="0" smtClean="0"/>
              <a:t>Scenario -1</a:t>
            </a:r>
          </a:p>
          <a:p>
            <a:pPr algn="ctr"/>
            <a:endParaRPr lang="en-US" dirty="0"/>
          </a:p>
          <a:p>
            <a:r>
              <a:rPr lang="en-US" sz="1600" dirty="0" smtClean="0">
                <a:latin typeface="Times New Roman" pitchFamily="18" charset="0"/>
                <a:cs typeface="Times New Roman" pitchFamily="18" charset="0"/>
              </a:rPr>
              <a:t>               Customer count greater than 60 and Customers all of them with valid Co-ordinates</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2467716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5A66980F-02D7-EDF6-08EA-39AC36522567}"/>
              </a:ext>
            </a:extLst>
          </p:cNvPr>
          <p:cNvGraphicFramePr/>
          <p:nvPr>
            <p:extLst>
              <p:ext uri="{D42A27DB-BD31-4B8C-83A1-F6EECF244321}">
                <p14:modId xmlns:p14="http://schemas.microsoft.com/office/powerpoint/2010/main" val="2634404788"/>
              </p:ext>
            </p:extLst>
          </p:nvPr>
        </p:nvGraphicFramePr>
        <p:xfrm>
          <a:off x="1452785" y="1529697"/>
          <a:ext cx="10173158" cy="4608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C12A20AE-CD5C-CC2E-94F6-2AABC4B7D002}"/>
              </a:ext>
            </a:extLst>
          </p:cNvPr>
          <p:cNvSpPr/>
          <p:nvPr/>
        </p:nvSpPr>
        <p:spPr>
          <a:xfrm>
            <a:off x="249382" y="2127903"/>
            <a:ext cx="748145" cy="4010429"/>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0D8CA105-3439-72EB-DBF5-791E52A0E7E3}"/>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3" name="TextBox 2"/>
          <p:cNvSpPr txBox="1"/>
          <p:nvPr/>
        </p:nvSpPr>
        <p:spPr>
          <a:xfrm>
            <a:off x="0" y="282011"/>
            <a:ext cx="12192000" cy="954107"/>
          </a:xfrm>
          <a:prstGeom prst="rect">
            <a:avLst/>
          </a:prstGeom>
          <a:noFill/>
        </p:spPr>
        <p:txBody>
          <a:bodyPr wrap="square" rtlCol="0">
            <a:spAutoFit/>
          </a:bodyPr>
          <a:lstStyle/>
          <a:p>
            <a:pPr algn="ctr"/>
            <a:r>
              <a:rPr lang="en-US" sz="2000" dirty="0" smtClean="0">
                <a:solidFill>
                  <a:schemeClr val="tx2"/>
                </a:solidFill>
              </a:rPr>
              <a:t>Scenario -2</a:t>
            </a:r>
            <a:endParaRPr lang="en-US" dirty="0" smtClean="0">
              <a:solidFill>
                <a:schemeClr val="tx2"/>
              </a:solidFill>
            </a:endParaRPr>
          </a:p>
          <a:p>
            <a:pPr algn="ctr"/>
            <a:endParaRPr lang="en-US" dirty="0"/>
          </a:p>
          <a:p>
            <a:pPr algn="just"/>
            <a:r>
              <a:rPr lang="en-US" dirty="0" smtClean="0">
                <a:latin typeface="Times New Roman" pitchFamily="18" charset="0"/>
                <a:cs typeface="Times New Roman" pitchFamily="18" charset="0"/>
              </a:rPr>
              <a:t>                                       Customer count greater than 60 ,with both valid and Invalid Co-ordinates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03360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622D1E-30C4-2802-31E5-2E2EAFEB5B47}"/>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FBBEE0CB-96BC-F4C8-1D32-60FE1C60A088}"/>
              </a:ext>
            </a:extLst>
          </p:cNvPr>
          <p:cNvGraphicFramePr/>
          <p:nvPr>
            <p:extLst>
              <p:ext uri="{D42A27DB-BD31-4B8C-83A1-F6EECF244321}">
                <p14:modId xmlns:p14="http://schemas.microsoft.com/office/powerpoint/2010/main" val="3323977090"/>
              </p:ext>
            </p:extLst>
          </p:nvPr>
        </p:nvGraphicFramePr>
        <p:xfrm>
          <a:off x="905854" y="1247686"/>
          <a:ext cx="10720088" cy="4882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E5DC45BD-CE42-E882-E83E-7C60DA9458D2}"/>
              </a:ext>
            </a:extLst>
          </p:cNvPr>
          <p:cNvSpPr/>
          <p:nvPr/>
        </p:nvSpPr>
        <p:spPr>
          <a:xfrm>
            <a:off x="249382" y="1307507"/>
            <a:ext cx="748145" cy="4830826"/>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7293826E-DEA0-D0ED-C838-16F3EC0C9BAA}"/>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2" name="TextBox 1">
            <a:extLst>
              <a:ext uri="{FF2B5EF4-FFF2-40B4-BE49-F238E27FC236}">
                <a16:creationId xmlns:a16="http://schemas.microsoft.com/office/drawing/2014/main" xmlns="" id="{40083327-0540-7AB6-C5D2-0316B677A953}"/>
              </a:ext>
            </a:extLst>
          </p:cNvPr>
          <p:cNvSpPr txBox="1"/>
          <p:nvPr/>
        </p:nvSpPr>
        <p:spPr>
          <a:xfrm>
            <a:off x="641267" y="130629"/>
            <a:ext cx="11134837" cy="954107"/>
          </a:xfrm>
          <a:prstGeom prst="rect">
            <a:avLst/>
          </a:prstGeom>
          <a:noFill/>
        </p:spPr>
        <p:txBody>
          <a:bodyPr wrap="square" rtlCol="0">
            <a:spAutoFit/>
          </a:bodyPr>
          <a:lstStyle/>
          <a:p>
            <a:pPr algn="just"/>
            <a:r>
              <a:rPr lang="en-SG" sz="2000" dirty="0" smtClean="0"/>
              <a:t>                                                                        Scenario-3</a:t>
            </a:r>
          </a:p>
          <a:p>
            <a:pPr algn="just"/>
            <a:endParaRPr lang="en-SG" sz="2000" dirty="0" smtClean="0"/>
          </a:p>
          <a:p>
            <a:pPr algn="just"/>
            <a:r>
              <a:rPr lang="en-SG" sz="1600" dirty="0" smtClean="0"/>
              <a:t>          Customer Count lesser than 60 with valid coordinates, But no barangay code (address3)</a:t>
            </a:r>
            <a:endParaRPr lang="en-SG" sz="1600" dirty="0"/>
          </a:p>
        </p:txBody>
      </p:sp>
    </p:spTree>
    <p:extLst>
      <p:ext uri="{BB962C8B-B14F-4D97-AF65-F5344CB8AC3E}">
        <p14:creationId xmlns:p14="http://schemas.microsoft.com/office/powerpoint/2010/main" val="227802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622D1E-30C4-2802-31E5-2E2EAFEB5B47}"/>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FBBEE0CB-96BC-F4C8-1D32-60FE1C60A088}"/>
              </a:ext>
            </a:extLst>
          </p:cNvPr>
          <p:cNvGraphicFramePr/>
          <p:nvPr>
            <p:extLst>
              <p:ext uri="{D42A27DB-BD31-4B8C-83A1-F6EECF244321}">
                <p14:modId xmlns:p14="http://schemas.microsoft.com/office/powerpoint/2010/main" val="3214113921"/>
              </p:ext>
            </p:extLst>
          </p:nvPr>
        </p:nvGraphicFramePr>
        <p:xfrm>
          <a:off x="905854" y="1239140"/>
          <a:ext cx="10720088" cy="4882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E5DC45BD-CE42-E882-E83E-7C60DA9458D2}"/>
              </a:ext>
            </a:extLst>
          </p:cNvPr>
          <p:cNvSpPr/>
          <p:nvPr/>
        </p:nvSpPr>
        <p:spPr>
          <a:xfrm>
            <a:off x="249382" y="1307507"/>
            <a:ext cx="748145" cy="4830826"/>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7293826E-DEA0-D0ED-C838-16F3EC0C9BAA}"/>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2" name="TextBox 1">
            <a:extLst>
              <a:ext uri="{FF2B5EF4-FFF2-40B4-BE49-F238E27FC236}">
                <a16:creationId xmlns:a16="http://schemas.microsoft.com/office/drawing/2014/main" xmlns="" id="{40083327-0540-7AB6-C5D2-0316B677A953}"/>
              </a:ext>
            </a:extLst>
          </p:cNvPr>
          <p:cNvSpPr txBox="1"/>
          <p:nvPr/>
        </p:nvSpPr>
        <p:spPr>
          <a:xfrm>
            <a:off x="641267" y="130629"/>
            <a:ext cx="11134837" cy="954107"/>
          </a:xfrm>
          <a:prstGeom prst="rect">
            <a:avLst/>
          </a:prstGeom>
          <a:noFill/>
        </p:spPr>
        <p:txBody>
          <a:bodyPr wrap="square" rtlCol="0">
            <a:spAutoFit/>
          </a:bodyPr>
          <a:lstStyle/>
          <a:p>
            <a:pPr algn="just"/>
            <a:r>
              <a:rPr lang="en-SG" sz="2000" dirty="0" smtClean="0"/>
              <a:t>                                                                        Scenario-4</a:t>
            </a:r>
          </a:p>
          <a:p>
            <a:pPr algn="just"/>
            <a:endParaRPr lang="en-SG" sz="2000" dirty="0" smtClean="0"/>
          </a:p>
          <a:p>
            <a:pPr algn="just"/>
            <a:r>
              <a:rPr lang="en-SG" sz="1600" dirty="0" smtClean="0"/>
              <a:t>             Customer Count lesser than 60 with </a:t>
            </a:r>
            <a:r>
              <a:rPr lang="en-SG" sz="1600" dirty="0"/>
              <a:t>valid and invalid </a:t>
            </a:r>
            <a:r>
              <a:rPr lang="en-SG" sz="1600" dirty="0" smtClean="0"/>
              <a:t>coordinates, </a:t>
            </a:r>
            <a:r>
              <a:rPr lang="en-SG" sz="1600" dirty="0" smtClean="0"/>
              <a:t>But no barangay code</a:t>
            </a:r>
            <a:endParaRPr lang="en-SG" sz="1600" dirty="0"/>
          </a:p>
        </p:txBody>
      </p:sp>
    </p:spTree>
    <p:extLst>
      <p:ext uri="{BB962C8B-B14F-4D97-AF65-F5344CB8AC3E}">
        <p14:creationId xmlns:p14="http://schemas.microsoft.com/office/powerpoint/2010/main" val="4279841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622D1E-30C4-2802-31E5-2E2EAFEB5B47}"/>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FBBEE0CB-96BC-F4C8-1D32-60FE1C60A088}"/>
              </a:ext>
            </a:extLst>
          </p:cNvPr>
          <p:cNvGraphicFramePr/>
          <p:nvPr>
            <p:extLst>
              <p:ext uri="{D42A27DB-BD31-4B8C-83A1-F6EECF244321}">
                <p14:modId xmlns:p14="http://schemas.microsoft.com/office/powerpoint/2010/main" val="1980166443"/>
              </p:ext>
            </p:extLst>
          </p:nvPr>
        </p:nvGraphicFramePr>
        <p:xfrm>
          <a:off x="905854" y="1239140"/>
          <a:ext cx="10720088" cy="4882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E5DC45BD-CE42-E882-E83E-7C60DA9458D2}"/>
              </a:ext>
            </a:extLst>
          </p:cNvPr>
          <p:cNvSpPr/>
          <p:nvPr/>
        </p:nvSpPr>
        <p:spPr>
          <a:xfrm>
            <a:off x="249382" y="1307507"/>
            <a:ext cx="748145" cy="4830826"/>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7293826E-DEA0-D0ED-C838-16F3EC0C9BAA}"/>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2" name="TextBox 1">
            <a:extLst>
              <a:ext uri="{FF2B5EF4-FFF2-40B4-BE49-F238E27FC236}">
                <a16:creationId xmlns:a16="http://schemas.microsoft.com/office/drawing/2014/main" xmlns="" id="{40083327-0540-7AB6-C5D2-0316B677A953}"/>
              </a:ext>
            </a:extLst>
          </p:cNvPr>
          <p:cNvSpPr txBox="1"/>
          <p:nvPr/>
        </p:nvSpPr>
        <p:spPr>
          <a:xfrm>
            <a:off x="641267" y="130629"/>
            <a:ext cx="11134837" cy="954107"/>
          </a:xfrm>
          <a:prstGeom prst="rect">
            <a:avLst/>
          </a:prstGeom>
          <a:noFill/>
        </p:spPr>
        <p:txBody>
          <a:bodyPr wrap="square" rtlCol="0">
            <a:spAutoFit/>
          </a:bodyPr>
          <a:lstStyle/>
          <a:p>
            <a:pPr algn="just"/>
            <a:r>
              <a:rPr lang="en-SG" sz="2000" dirty="0" smtClean="0"/>
              <a:t>                                                                        Scenario-5</a:t>
            </a:r>
          </a:p>
          <a:p>
            <a:pPr algn="just"/>
            <a:endParaRPr lang="en-SG" sz="2000" dirty="0" smtClean="0"/>
          </a:p>
          <a:p>
            <a:pPr algn="just"/>
            <a:r>
              <a:rPr lang="en-SG" sz="1600" dirty="0" smtClean="0"/>
              <a:t>                  Customer Count lesser than 60 with</a:t>
            </a:r>
            <a:r>
              <a:rPr lang="en-SG" sz="1600" dirty="0" smtClean="0"/>
              <a:t> </a:t>
            </a:r>
            <a:r>
              <a:rPr lang="en-SG" sz="1600" dirty="0"/>
              <a:t>invalid </a:t>
            </a:r>
            <a:r>
              <a:rPr lang="en-SG" sz="1600" dirty="0" smtClean="0"/>
              <a:t>coordinates, </a:t>
            </a:r>
            <a:r>
              <a:rPr lang="en-SG" sz="1600" dirty="0" smtClean="0"/>
              <a:t>But has barangay code</a:t>
            </a:r>
            <a:endParaRPr lang="en-SG" sz="1600" dirty="0"/>
          </a:p>
        </p:txBody>
      </p:sp>
    </p:spTree>
    <p:extLst>
      <p:ext uri="{BB962C8B-B14F-4D97-AF65-F5344CB8AC3E}">
        <p14:creationId xmlns:p14="http://schemas.microsoft.com/office/powerpoint/2010/main" val="3150847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1622D1E-30C4-2802-31E5-2E2EAFEB5B47}"/>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xmlns="" id="{FBBEE0CB-96BC-F4C8-1D32-60FE1C60A088}"/>
              </a:ext>
            </a:extLst>
          </p:cNvPr>
          <p:cNvGraphicFramePr/>
          <p:nvPr>
            <p:extLst>
              <p:ext uri="{D42A27DB-BD31-4B8C-83A1-F6EECF244321}">
                <p14:modId xmlns:p14="http://schemas.microsoft.com/office/powerpoint/2010/main" val="3052856325"/>
              </p:ext>
            </p:extLst>
          </p:nvPr>
        </p:nvGraphicFramePr>
        <p:xfrm>
          <a:off x="905854" y="1239140"/>
          <a:ext cx="10720088" cy="4882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Up-Down 4">
            <a:extLst>
              <a:ext uri="{FF2B5EF4-FFF2-40B4-BE49-F238E27FC236}">
                <a16:creationId xmlns:a16="http://schemas.microsoft.com/office/drawing/2014/main" xmlns="" id="{E5DC45BD-CE42-E882-E83E-7C60DA9458D2}"/>
              </a:ext>
            </a:extLst>
          </p:cNvPr>
          <p:cNvSpPr/>
          <p:nvPr/>
        </p:nvSpPr>
        <p:spPr>
          <a:xfrm>
            <a:off x="249382" y="1307507"/>
            <a:ext cx="748145" cy="4830826"/>
          </a:xfrm>
          <a:prstGeom prst="up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SG"/>
          </a:p>
        </p:txBody>
      </p:sp>
      <p:sp>
        <p:nvSpPr>
          <p:cNvPr id="6" name="TextBox 5">
            <a:extLst>
              <a:ext uri="{FF2B5EF4-FFF2-40B4-BE49-F238E27FC236}">
                <a16:creationId xmlns:a16="http://schemas.microsoft.com/office/drawing/2014/main" xmlns="" id="{7293826E-DEA0-D0ED-C838-16F3EC0C9BAA}"/>
              </a:ext>
            </a:extLst>
          </p:cNvPr>
          <p:cNvSpPr txBox="1"/>
          <p:nvPr/>
        </p:nvSpPr>
        <p:spPr>
          <a:xfrm>
            <a:off x="997527" y="4560125"/>
            <a:ext cx="2232561" cy="923330"/>
          </a:xfrm>
          <a:prstGeom prst="rect">
            <a:avLst/>
          </a:prstGeom>
          <a:noFill/>
        </p:spPr>
        <p:txBody>
          <a:bodyPr wrap="square" rtlCol="0">
            <a:spAutoFit/>
          </a:bodyPr>
          <a:lstStyle/>
          <a:p>
            <a:r>
              <a:rPr lang="en-SG" dirty="0"/>
              <a:t>Repeat for every Distributor / Agent / Date for the Month</a:t>
            </a:r>
          </a:p>
        </p:txBody>
      </p:sp>
      <p:sp>
        <p:nvSpPr>
          <p:cNvPr id="2" name="TextBox 1">
            <a:extLst>
              <a:ext uri="{FF2B5EF4-FFF2-40B4-BE49-F238E27FC236}">
                <a16:creationId xmlns:a16="http://schemas.microsoft.com/office/drawing/2014/main" xmlns="" id="{40083327-0540-7AB6-C5D2-0316B677A953}"/>
              </a:ext>
            </a:extLst>
          </p:cNvPr>
          <p:cNvSpPr txBox="1"/>
          <p:nvPr/>
        </p:nvSpPr>
        <p:spPr>
          <a:xfrm>
            <a:off x="641267" y="130629"/>
            <a:ext cx="11134837" cy="954107"/>
          </a:xfrm>
          <a:prstGeom prst="rect">
            <a:avLst/>
          </a:prstGeom>
          <a:noFill/>
        </p:spPr>
        <p:txBody>
          <a:bodyPr wrap="square" rtlCol="0">
            <a:spAutoFit/>
          </a:bodyPr>
          <a:lstStyle/>
          <a:p>
            <a:pPr algn="just"/>
            <a:r>
              <a:rPr lang="en-SG" sz="2000" dirty="0" smtClean="0"/>
              <a:t>                                                                        Scenario-6</a:t>
            </a:r>
          </a:p>
          <a:p>
            <a:pPr algn="just"/>
            <a:endParaRPr lang="en-SG" sz="2000" dirty="0" smtClean="0"/>
          </a:p>
          <a:p>
            <a:pPr algn="just"/>
            <a:r>
              <a:rPr lang="en-SG" sz="1600" dirty="0" smtClean="0"/>
              <a:t>                  Customer Count lesser than 60 with</a:t>
            </a:r>
            <a:r>
              <a:rPr lang="en-SG" sz="1600" dirty="0" smtClean="0"/>
              <a:t> valid coordinates and also with </a:t>
            </a:r>
            <a:r>
              <a:rPr lang="en-SG" sz="1600" dirty="0" smtClean="0"/>
              <a:t>barangay code</a:t>
            </a:r>
            <a:endParaRPr lang="en-SG" sz="1600" dirty="0"/>
          </a:p>
        </p:txBody>
      </p:sp>
    </p:spTree>
    <p:extLst>
      <p:ext uri="{BB962C8B-B14F-4D97-AF65-F5344CB8AC3E}">
        <p14:creationId xmlns:p14="http://schemas.microsoft.com/office/powerpoint/2010/main" val="1798297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Edge Cases:</a:t>
            </a:r>
            <a:endParaRPr lang="en-US" dirty="0">
              <a:solidFill>
                <a:schemeClr val="accent1"/>
              </a:solidFill>
            </a:endParaRPr>
          </a:p>
        </p:txBody>
      </p:sp>
      <p:sp>
        <p:nvSpPr>
          <p:cNvPr id="3" name="Content Placeholder 2"/>
          <p:cNvSpPr>
            <a:spLocks noGrp="1"/>
          </p:cNvSpPr>
          <p:nvPr>
            <p:ph idx="1"/>
          </p:nvPr>
        </p:nvSpPr>
        <p:spPr/>
        <p:txBody>
          <a:bodyPr>
            <a:normAutofit/>
          </a:bodyPr>
          <a:lstStyle/>
          <a:p>
            <a:pPr algn="just"/>
            <a:r>
              <a:rPr lang="en-US" sz="1800" dirty="0"/>
              <a:t>If an agent has fewer than 60 customers with invalid coordinates on a given day, and while checking the barangay there are no unvisited prospects to add, the route will remain unchanged. Only the stop number will be updated to 100 for customers with invalid coordinates</a:t>
            </a:r>
            <a:r>
              <a:rPr lang="en-US" sz="1800" dirty="0" smtClean="0"/>
              <a:t>.</a:t>
            </a:r>
          </a:p>
          <a:p>
            <a:pPr algn="just"/>
            <a:r>
              <a:rPr lang="en-US" sz="1800" dirty="0"/>
              <a:t>If the customer count is less than 60, and those customers have invalid coordinates and no barangay code, no additional prospects will be added.</a:t>
            </a:r>
          </a:p>
        </p:txBody>
      </p:sp>
    </p:spTree>
    <p:extLst>
      <p:ext uri="{BB962C8B-B14F-4D97-AF65-F5344CB8AC3E}">
        <p14:creationId xmlns:p14="http://schemas.microsoft.com/office/powerpoint/2010/main" val="652159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797</Words>
  <Application>Microsoft Office PowerPoint</Application>
  <PresentationFormat>Custom</PresentationFormat>
  <Paragraphs>100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Edge Cases: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Narayanan</dc:creator>
  <cp:lastModifiedBy>dell</cp:lastModifiedBy>
  <cp:revision>11</cp:revision>
  <dcterms:created xsi:type="dcterms:W3CDTF">2025-10-14T05:40:46Z</dcterms:created>
  <dcterms:modified xsi:type="dcterms:W3CDTF">2025-10-14T07:43:20Z</dcterms:modified>
</cp:coreProperties>
</file>